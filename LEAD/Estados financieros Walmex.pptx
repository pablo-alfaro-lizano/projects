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9f3d1d23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9f3d1d23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9f3d1d23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9f3d1d23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9f3d1d23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9f3d1d23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9f3d1d23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f9f3d1d23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9f3d3643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f9f3d3643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9f3d364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f9f3d364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f9f3d3643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f9f3d3643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9f3d3643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9f3d364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Estados financieros Walmex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17050" y="2299278"/>
            <a:ext cx="4242600" cy="175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Lee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Pablo Alfaro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Andres Conejo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 Luis Sanchez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Daniel Sanchez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Julian von Schroter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Solis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Yilmer Lopez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75" y="111350"/>
            <a:ext cx="8947651" cy="2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60" y="2571750"/>
            <a:ext cx="8206489" cy="27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98888"/>
            <a:ext cx="8858250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863" y="4413713"/>
            <a:ext cx="68675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3" y="361950"/>
            <a:ext cx="890587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0" y="326550"/>
            <a:ext cx="8905875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1000"/>
            <a:ext cx="88392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50" y="407175"/>
            <a:ext cx="890587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25" y="352425"/>
            <a:ext cx="884872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