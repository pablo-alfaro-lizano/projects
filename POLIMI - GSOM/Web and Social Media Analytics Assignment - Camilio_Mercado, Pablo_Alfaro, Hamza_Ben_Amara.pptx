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Raleway"/>
      <p:regular r:id="rId22"/>
      <p:bold r:id="rId23"/>
      <p:italic r:id="rId24"/>
      <p:boldItalic r:id="rId25"/>
    </p:embeddedFont>
    <p:embeddedFont>
      <p:font typeface="Libre Franklin"/>
      <p:regular r:id="rId26"/>
      <p:bold r:id="rId27"/>
      <p:italic r:id="rId28"/>
      <p:boldItalic r:id="rId29"/>
    </p:embeddedFont>
    <p:embeddedFont>
      <p:font typeface="Sofia Sans"/>
      <p:regular r:id="rId30"/>
      <p:bold r:id="rId31"/>
      <p:italic r:id="rId32"/>
      <p:boldItalic r:id="rId33"/>
    </p:embeddedFont>
    <p:embeddedFont>
      <p:font typeface="Anaheim"/>
      <p:regular r:id="rId34"/>
      <p:bold r:id="rId35"/>
    </p:embeddedFont>
    <p:embeddedFont>
      <p:font typeface="Sofia Sans SemiBold"/>
      <p:regular r:id="rId36"/>
      <p:bold r:id="rId37"/>
      <p:italic r:id="rId38"/>
      <p:boldItalic r:id="rId39"/>
    </p:embeddedFont>
    <p:embeddedFont>
      <p:font typeface="PT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TSans-regular.fntdata"/><Relationship Id="rId20" Type="http://schemas.openxmlformats.org/officeDocument/2006/relationships/slide" Target="slides/slide16.xml"/><Relationship Id="rId42" Type="http://schemas.openxmlformats.org/officeDocument/2006/relationships/font" Target="fonts/PTSans-italic.fntdata"/><Relationship Id="rId41" Type="http://schemas.openxmlformats.org/officeDocument/2006/relationships/font" Target="fonts/PTSans-bold.fntdata"/><Relationship Id="rId22" Type="http://schemas.openxmlformats.org/officeDocument/2006/relationships/font" Target="fonts/Raleway-regular.fntdata"/><Relationship Id="rId21" Type="http://schemas.openxmlformats.org/officeDocument/2006/relationships/slide" Target="slides/slide17.xml"/><Relationship Id="rId43" Type="http://schemas.openxmlformats.org/officeDocument/2006/relationships/font" Target="fonts/PTSans-boldItalic.fntdata"/><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ibreFranklin-regular.fntdata"/><Relationship Id="rId25" Type="http://schemas.openxmlformats.org/officeDocument/2006/relationships/font" Target="fonts/Raleway-boldItalic.fntdata"/><Relationship Id="rId28" Type="http://schemas.openxmlformats.org/officeDocument/2006/relationships/font" Target="fonts/LibreFranklin-italic.fntdata"/><Relationship Id="rId27" Type="http://schemas.openxmlformats.org/officeDocument/2006/relationships/font" Target="fonts/LibreFranklin-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ibreFranklin-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SofiaSans-bold.fntdata"/><Relationship Id="rId30" Type="http://schemas.openxmlformats.org/officeDocument/2006/relationships/font" Target="fonts/SofiaSans-regular.fntdata"/><Relationship Id="rId11" Type="http://schemas.openxmlformats.org/officeDocument/2006/relationships/slide" Target="slides/slide7.xml"/><Relationship Id="rId33" Type="http://schemas.openxmlformats.org/officeDocument/2006/relationships/font" Target="fonts/SofiaSans-boldItalic.fntdata"/><Relationship Id="rId10" Type="http://schemas.openxmlformats.org/officeDocument/2006/relationships/slide" Target="slides/slide6.xml"/><Relationship Id="rId32" Type="http://schemas.openxmlformats.org/officeDocument/2006/relationships/font" Target="fonts/SofiaSans-italic.fntdata"/><Relationship Id="rId13" Type="http://schemas.openxmlformats.org/officeDocument/2006/relationships/slide" Target="slides/slide9.xml"/><Relationship Id="rId35" Type="http://schemas.openxmlformats.org/officeDocument/2006/relationships/font" Target="fonts/Anaheim-bold.fntdata"/><Relationship Id="rId12" Type="http://schemas.openxmlformats.org/officeDocument/2006/relationships/slide" Target="slides/slide8.xml"/><Relationship Id="rId34" Type="http://schemas.openxmlformats.org/officeDocument/2006/relationships/font" Target="fonts/Anaheim-regular.fntdata"/><Relationship Id="rId15" Type="http://schemas.openxmlformats.org/officeDocument/2006/relationships/slide" Target="slides/slide11.xml"/><Relationship Id="rId37" Type="http://schemas.openxmlformats.org/officeDocument/2006/relationships/font" Target="fonts/SofiaSansSemiBold-bold.fntdata"/><Relationship Id="rId14" Type="http://schemas.openxmlformats.org/officeDocument/2006/relationships/slide" Target="slides/slide10.xml"/><Relationship Id="rId36" Type="http://schemas.openxmlformats.org/officeDocument/2006/relationships/font" Target="fonts/SofiaSansSemiBold-regular.fntdata"/><Relationship Id="rId17" Type="http://schemas.openxmlformats.org/officeDocument/2006/relationships/slide" Target="slides/slide13.xml"/><Relationship Id="rId39" Type="http://schemas.openxmlformats.org/officeDocument/2006/relationships/font" Target="fonts/SofiaSansSemiBold-boldItalic.fntdata"/><Relationship Id="rId16" Type="http://schemas.openxmlformats.org/officeDocument/2006/relationships/slide" Target="slides/slide12.xml"/><Relationship Id="rId38" Type="http://schemas.openxmlformats.org/officeDocument/2006/relationships/font" Target="fonts/SofiaSansSemi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87b6de8b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87b6de8b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575c76bab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575c76bab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575c76baba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575c76baba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575c76baba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575c76baba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575c76bab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575c76bab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575c76baba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575c76bab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575c76baba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575c76baba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575c76bab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575c76bab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575c76baba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575c76baba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575c76baba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575c76baba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575c76baba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575c76baba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575c76bab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575c76bab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575c76bab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575c76bab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575c76bab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575c76bab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9625" y="-25"/>
            <a:ext cx="9188400" cy="5143500"/>
            <a:chOff x="-100" y="-9725"/>
            <a:chExt cx="9188400" cy="5143500"/>
          </a:xfrm>
        </p:grpSpPr>
        <p:cxnSp>
          <p:nvCxnSpPr>
            <p:cNvPr id="10" name="Google Shape;10;p2"/>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11" name="Google Shape;11;p2"/>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
        <p:nvSpPr>
          <p:cNvPr id="12" name="Google Shape;12;p2"/>
          <p:cNvSpPr txBox="1"/>
          <p:nvPr>
            <p:ph type="ctrTitle"/>
          </p:nvPr>
        </p:nvSpPr>
        <p:spPr>
          <a:xfrm>
            <a:off x="3898750" y="1246575"/>
            <a:ext cx="4532100" cy="2016900"/>
          </a:xfrm>
          <a:prstGeom prst="rect">
            <a:avLst/>
          </a:prstGeom>
        </p:spPr>
        <p:txBody>
          <a:bodyPr anchorCtr="0" anchor="b" bIns="91425" lIns="91425" spcFirstLastPara="1" rIns="91425" wrap="square" tIns="91425">
            <a:noAutofit/>
          </a:bodyPr>
          <a:lstStyle>
            <a:lvl1pPr lvl="0" algn="ctr">
              <a:lnSpc>
                <a:spcPct val="80000"/>
              </a:lnSpc>
              <a:spcBef>
                <a:spcPts val="0"/>
              </a:spcBef>
              <a:spcAft>
                <a:spcPts val="0"/>
              </a:spcAft>
              <a:buClr>
                <a:srgbClr val="191919"/>
              </a:buClr>
              <a:buSzPts val="5200"/>
              <a:buNone/>
              <a:defRPr sz="4800">
                <a:latin typeface="Sofia Sans"/>
                <a:ea typeface="Sofia Sans"/>
                <a:cs typeface="Sofia Sans"/>
                <a:sym typeface="Sofia Sans"/>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3" name="Google Shape;13;p2"/>
          <p:cNvSpPr txBox="1"/>
          <p:nvPr>
            <p:ph idx="1" type="subTitle"/>
          </p:nvPr>
        </p:nvSpPr>
        <p:spPr>
          <a:xfrm>
            <a:off x="3898750" y="3421125"/>
            <a:ext cx="4532100" cy="475800"/>
          </a:xfrm>
          <a:prstGeom prst="rect">
            <a:avLst/>
          </a:prstGeom>
          <a:ln cap="flat" cmpd="sng" w="19050">
            <a:solidFill>
              <a:schemeClr val="accent2"/>
            </a:solidFill>
            <a:prstDash val="solid"/>
            <a:round/>
            <a:headEnd len="sm" w="sm" type="none"/>
            <a:tailEnd len="sm" w="sm" type="none"/>
          </a:ln>
        </p:spPr>
        <p:txBody>
          <a:bodyPr anchorCtr="0" anchor="t" bIns="91425" lIns="91425" spcFirstLastPara="1" rIns="91425" wrap="square" tIns="91425">
            <a:noAutofit/>
          </a:bodyPr>
          <a:lstStyle>
            <a:lvl1pPr lvl="0" algn="ctr">
              <a:lnSpc>
                <a:spcPct val="8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4" name="Google Shape;14;p2"/>
          <p:cNvGrpSpPr/>
          <p:nvPr/>
        </p:nvGrpSpPr>
        <p:grpSpPr>
          <a:xfrm>
            <a:off x="1093100" y="195425"/>
            <a:ext cx="8275575" cy="4107200"/>
            <a:chOff x="1093100" y="195425"/>
            <a:chExt cx="8275575" cy="4107200"/>
          </a:xfrm>
        </p:grpSpPr>
        <p:sp>
          <p:nvSpPr>
            <p:cNvPr id="15" name="Google Shape;15;p2"/>
            <p:cNvSpPr/>
            <p:nvPr/>
          </p:nvSpPr>
          <p:spPr>
            <a:xfrm>
              <a:off x="8781875" y="3715825"/>
              <a:ext cx="586800" cy="58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6" name="Google Shape;16;p2"/>
            <p:cNvSpPr/>
            <p:nvPr/>
          </p:nvSpPr>
          <p:spPr>
            <a:xfrm>
              <a:off x="8707525" y="3127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7" name="Google Shape;17;p2"/>
            <p:cNvSpPr/>
            <p:nvPr/>
          </p:nvSpPr>
          <p:spPr>
            <a:xfrm>
              <a:off x="1093100" y="195425"/>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8" name="Google Shape;18;p2"/>
            <p:cNvSpPr/>
            <p:nvPr/>
          </p:nvSpPr>
          <p:spPr>
            <a:xfrm>
              <a:off x="8858125" y="2571750"/>
              <a:ext cx="76200" cy="762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3"/>
          <p:cNvSpPr txBox="1"/>
          <p:nvPr>
            <p:ph type="title"/>
          </p:nvPr>
        </p:nvSpPr>
        <p:spPr>
          <a:xfrm>
            <a:off x="4573225" y="2218913"/>
            <a:ext cx="3857700" cy="16266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 name="Google Shape;21;p3"/>
          <p:cNvSpPr txBox="1"/>
          <p:nvPr>
            <p:ph hasCustomPrompt="1" idx="2" type="title"/>
          </p:nvPr>
        </p:nvSpPr>
        <p:spPr>
          <a:xfrm>
            <a:off x="5764825" y="1297988"/>
            <a:ext cx="1474500" cy="8418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grpSp>
        <p:nvGrpSpPr>
          <p:cNvPr id="22" name="Google Shape;22;p3"/>
          <p:cNvGrpSpPr/>
          <p:nvPr/>
        </p:nvGrpSpPr>
        <p:grpSpPr>
          <a:xfrm>
            <a:off x="7814275" y="386450"/>
            <a:ext cx="855450" cy="4590600"/>
            <a:chOff x="7814275" y="386450"/>
            <a:chExt cx="855450" cy="4590600"/>
          </a:xfrm>
        </p:grpSpPr>
        <p:sp>
          <p:nvSpPr>
            <p:cNvPr id="23" name="Google Shape;23;p3"/>
            <p:cNvSpPr/>
            <p:nvPr/>
          </p:nvSpPr>
          <p:spPr>
            <a:xfrm>
              <a:off x="7814275" y="475025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4" name="Google Shape;24;p3"/>
            <p:cNvSpPr/>
            <p:nvPr/>
          </p:nvSpPr>
          <p:spPr>
            <a:xfrm>
              <a:off x="8518225" y="432117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5" name="Google Shape;25;p3"/>
            <p:cNvSpPr/>
            <p:nvPr/>
          </p:nvSpPr>
          <p:spPr>
            <a:xfrm>
              <a:off x="8166250" y="386450"/>
              <a:ext cx="76200" cy="762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6" name="Google Shape;26;p3"/>
            <p:cNvSpPr/>
            <p:nvPr/>
          </p:nvSpPr>
          <p:spPr>
            <a:xfrm>
              <a:off x="8518225" y="109220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grpSp>
        <p:nvGrpSpPr>
          <p:cNvPr id="27" name="Google Shape;27;p3"/>
          <p:cNvGrpSpPr/>
          <p:nvPr/>
        </p:nvGrpSpPr>
        <p:grpSpPr>
          <a:xfrm rot="10800000">
            <a:off x="-100" y="-9725"/>
            <a:ext cx="9188400" cy="5143500"/>
            <a:chOff x="-100" y="-9725"/>
            <a:chExt cx="9188400" cy="5143500"/>
          </a:xfrm>
        </p:grpSpPr>
        <p:cxnSp>
          <p:nvCxnSpPr>
            <p:cNvPr id="28" name="Google Shape;28;p3"/>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29" name="Google Shape;29;p3"/>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 name="Shape 30"/>
        <p:cNvGrpSpPr/>
        <p:nvPr/>
      </p:nvGrpSpPr>
      <p:grpSpPr>
        <a:xfrm>
          <a:off x="0" y="0"/>
          <a:ext cx="0" cy="0"/>
          <a:chOff x="0" y="0"/>
          <a:chExt cx="0" cy="0"/>
        </a:xfrm>
      </p:grpSpPr>
      <p:sp>
        <p:nvSpPr>
          <p:cNvPr id="31" name="Google Shape;31;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 name="Google Shape;32;p4"/>
          <p:cNvSpPr txBox="1"/>
          <p:nvPr>
            <p:ph idx="1" type="body"/>
          </p:nvPr>
        </p:nvSpPr>
        <p:spPr>
          <a:xfrm>
            <a:off x="720000" y="1017726"/>
            <a:ext cx="7704000" cy="416400"/>
          </a:xfrm>
          <a:prstGeom prst="rect">
            <a:avLst/>
          </a:prstGeom>
        </p:spPr>
        <p:txBody>
          <a:bodyPr anchorCtr="0" anchor="t" bIns="91425" lIns="91425" spcFirstLastPara="1" rIns="91425" wrap="square" tIns="91425">
            <a:noAutofit/>
          </a:bodyPr>
          <a:lstStyle>
            <a:lvl1pPr indent="-304800" lvl="0" marL="457200" rtl="0" algn="ctr">
              <a:lnSpc>
                <a:spcPct val="100000"/>
              </a:lnSpc>
              <a:spcBef>
                <a:spcPts val="0"/>
              </a:spcBef>
              <a:spcAft>
                <a:spcPts val="0"/>
              </a:spcAft>
              <a:buSzPts val="1200"/>
              <a:buFont typeface="Nunito Light"/>
              <a:buChar char="●"/>
              <a:defRPr/>
            </a:lvl1pPr>
            <a:lvl2pPr indent="-304800" lvl="1" marL="914400" rtl="0">
              <a:lnSpc>
                <a:spcPct val="100000"/>
              </a:lnSpc>
              <a:spcBef>
                <a:spcPts val="0"/>
              </a:spcBef>
              <a:spcAft>
                <a:spcPts val="0"/>
              </a:spcAft>
              <a:buSzPts val="1200"/>
              <a:buFont typeface="Nunito Light"/>
              <a:buChar char="○"/>
              <a:defRPr/>
            </a:lvl2pPr>
            <a:lvl3pPr indent="-304800" lvl="2" marL="1371600" rtl="0">
              <a:lnSpc>
                <a:spcPct val="100000"/>
              </a:lnSpc>
              <a:spcBef>
                <a:spcPts val="0"/>
              </a:spcBef>
              <a:spcAft>
                <a:spcPts val="0"/>
              </a:spcAft>
              <a:buSzPts val="1200"/>
              <a:buFont typeface="Nunito Light"/>
              <a:buChar char="■"/>
              <a:defRPr/>
            </a:lvl3pPr>
            <a:lvl4pPr indent="-304800" lvl="3" marL="1828800" rtl="0">
              <a:lnSpc>
                <a:spcPct val="100000"/>
              </a:lnSpc>
              <a:spcBef>
                <a:spcPts val="0"/>
              </a:spcBef>
              <a:spcAft>
                <a:spcPts val="0"/>
              </a:spcAft>
              <a:buSzPts val="1200"/>
              <a:buFont typeface="Nunito Light"/>
              <a:buChar char="●"/>
              <a:defRPr/>
            </a:lvl4pPr>
            <a:lvl5pPr indent="-304800" lvl="4" marL="2286000" rtl="0">
              <a:lnSpc>
                <a:spcPct val="100000"/>
              </a:lnSpc>
              <a:spcBef>
                <a:spcPts val="0"/>
              </a:spcBef>
              <a:spcAft>
                <a:spcPts val="0"/>
              </a:spcAft>
              <a:buSzPts val="1200"/>
              <a:buFont typeface="Nunito Light"/>
              <a:buChar char="○"/>
              <a:defRPr/>
            </a:lvl5pPr>
            <a:lvl6pPr indent="-304800" lvl="5" marL="2743200" rtl="0">
              <a:lnSpc>
                <a:spcPct val="100000"/>
              </a:lnSpc>
              <a:spcBef>
                <a:spcPts val="0"/>
              </a:spcBef>
              <a:spcAft>
                <a:spcPts val="0"/>
              </a:spcAft>
              <a:buSzPts val="1200"/>
              <a:buFont typeface="Nunito Light"/>
              <a:buChar char="■"/>
              <a:defRPr/>
            </a:lvl6pPr>
            <a:lvl7pPr indent="-304800" lvl="6" marL="3200400" rtl="0">
              <a:lnSpc>
                <a:spcPct val="100000"/>
              </a:lnSpc>
              <a:spcBef>
                <a:spcPts val="0"/>
              </a:spcBef>
              <a:spcAft>
                <a:spcPts val="0"/>
              </a:spcAft>
              <a:buSzPts val="1200"/>
              <a:buFont typeface="Nunito Light"/>
              <a:buChar char="●"/>
              <a:defRPr/>
            </a:lvl7pPr>
            <a:lvl8pPr indent="-304800" lvl="7" marL="3657600" rtl="0">
              <a:lnSpc>
                <a:spcPct val="100000"/>
              </a:lnSpc>
              <a:spcBef>
                <a:spcPts val="0"/>
              </a:spcBef>
              <a:spcAft>
                <a:spcPts val="0"/>
              </a:spcAft>
              <a:buSzPts val="1200"/>
              <a:buFont typeface="Nunito Light"/>
              <a:buChar char="○"/>
              <a:defRPr/>
            </a:lvl8pPr>
            <a:lvl9pPr indent="-304800" lvl="8" marL="4114800" rtl="0">
              <a:lnSpc>
                <a:spcPct val="100000"/>
              </a:lnSpc>
              <a:spcBef>
                <a:spcPts val="0"/>
              </a:spcBef>
              <a:spcAft>
                <a:spcPts val="0"/>
              </a:spcAft>
              <a:buSzPts val="1200"/>
              <a:buFont typeface="Nunito Light"/>
              <a:buChar char="■"/>
              <a:defRPr/>
            </a:lvl9pPr>
          </a:lstStyle>
          <a:p/>
        </p:txBody>
      </p:sp>
      <p:grpSp>
        <p:nvGrpSpPr>
          <p:cNvPr id="33" name="Google Shape;33;p4"/>
          <p:cNvGrpSpPr/>
          <p:nvPr/>
        </p:nvGrpSpPr>
        <p:grpSpPr>
          <a:xfrm>
            <a:off x="236675" y="198225"/>
            <a:ext cx="8699200" cy="3897525"/>
            <a:chOff x="236675" y="198225"/>
            <a:chExt cx="8699200" cy="3897525"/>
          </a:xfrm>
        </p:grpSpPr>
        <p:sp>
          <p:nvSpPr>
            <p:cNvPr id="34" name="Google Shape;34;p4"/>
            <p:cNvSpPr/>
            <p:nvPr/>
          </p:nvSpPr>
          <p:spPr>
            <a:xfrm rot="10800000">
              <a:off x="8784375" y="19822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35" name="Google Shape;35;p4"/>
            <p:cNvSpPr/>
            <p:nvPr/>
          </p:nvSpPr>
          <p:spPr>
            <a:xfrm rot="10800000">
              <a:off x="237725" y="26994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36" name="Google Shape;36;p4"/>
            <p:cNvSpPr/>
            <p:nvPr/>
          </p:nvSpPr>
          <p:spPr>
            <a:xfrm rot="10800000">
              <a:off x="236675" y="4017750"/>
              <a:ext cx="78300" cy="78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grpSp>
        <p:nvGrpSpPr>
          <p:cNvPr id="37" name="Google Shape;37;p4"/>
          <p:cNvGrpSpPr/>
          <p:nvPr/>
        </p:nvGrpSpPr>
        <p:grpSpPr>
          <a:xfrm>
            <a:off x="-2986800" y="-3347075"/>
            <a:ext cx="15955275" cy="8010875"/>
            <a:chOff x="-2986800" y="-3347075"/>
            <a:chExt cx="15955275" cy="8010875"/>
          </a:xfrm>
        </p:grpSpPr>
        <p:sp>
          <p:nvSpPr>
            <p:cNvPr id="38" name="Google Shape;38;p4"/>
            <p:cNvSpPr/>
            <p:nvPr/>
          </p:nvSpPr>
          <p:spPr>
            <a:xfrm flipH="1" rot="10800000">
              <a:off x="8784375" y="47970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39" name="Google Shape;39;p4"/>
            <p:cNvSpPr/>
            <p:nvPr/>
          </p:nvSpPr>
          <p:spPr>
            <a:xfrm flipH="1" rot="10800000">
              <a:off x="-2986800" y="-3347075"/>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0" name="Shape 40"/>
        <p:cNvGrpSpPr/>
        <p:nvPr/>
      </p:nvGrpSpPr>
      <p:grpSpPr>
        <a:xfrm>
          <a:off x="0" y="0"/>
          <a:ext cx="0" cy="0"/>
          <a:chOff x="0" y="0"/>
          <a:chExt cx="0" cy="0"/>
        </a:xfrm>
      </p:grpSpPr>
      <p:sp>
        <p:nvSpPr>
          <p:cNvPr id="41" name="Google Shape;41;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2" name="Google Shape;42;p5"/>
          <p:cNvSpPr txBox="1"/>
          <p:nvPr>
            <p:ph idx="1" type="subTitle"/>
          </p:nvPr>
        </p:nvSpPr>
        <p:spPr>
          <a:xfrm>
            <a:off x="1342075" y="3255050"/>
            <a:ext cx="3012600" cy="121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3" name="Google Shape;43;p5"/>
          <p:cNvSpPr txBox="1"/>
          <p:nvPr>
            <p:ph idx="2" type="subTitle"/>
          </p:nvPr>
        </p:nvSpPr>
        <p:spPr>
          <a:xfrm>
            <a:off x="1342075" y="1592327"/>
            <a:ext cx="3012600" cy="121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44" name="Google Shape;44;p5"/>
          <p:cNvSpPr txBox="1"/>
          <p:nvPr>
            <p:ph idx="3" type="subTitle"/>
          </p:nvPr>
        </p:nvSpPr>
        <p:spPr>
          <a:xfrm>
            <a:off x="1342076" y="1222988"/>
            <a:ext cx="3012600" cy="440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45" name="Google Shape;45;p5"/>
          <p:cNvSpPr txBox="1"/>
          <p:nvPr>
            <p:ph idx="4" type="subTitle"/>
          </p:nvPr>
        </p:nvSpPr>
        <p:spPr>
          <a:xfrm>
            <a:off x="1342076" y="2886309"/>
            <a:ext cx="3012600" cy="440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46" name="Google Shape;46;p5"/>
          <p:cNvGrpSpPr/>
          <p:nvPr/>
        </p:nvGrpSpPr>
        <p:grpSpPr>
          <a:xfrm>
            <a:off x="-100" y="-9725"/>
            <a:ext cx="9188400" cy="5143500"/>
            <a:chOff x="-100" y="-9725"/>
            <a:chExt cx="9188400" cy="5143500"/>
          </a:xfrm>
        </p:grpSpPr>
        <p:cxnSp>
          <p:nvCxnSpPr>
            <p:cNvPr id="47" name="Google Shape;47;p5"/>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48" name="Google Shape;48;p5"/>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grpSp>
        <p:nvGrpSpPr>
          <p:cNvPr id="49" name="Google Shape;49;p5"/>
          <p:cNvGrpSpPr/>
          <p:nvPr/>
        </p:nvGrpSpPr>
        <p:grpSpPr>
          <a:xfrm>
            <a:off x="462875" y="198225"/>
            <a:ext cx="8973075" cy="3528450"/>
            <a:chOff x="462875" y="198225"/>
            <a:chExt cx="8973075" cy="3528450"/>
          </a:xfrm>
        </p:grpSpPr>
        <p:sp>
          <p:nvSpPr>
            <p:cNvPr id="50" name="Google Shape;50;p5"/>
            <p:cNvSpPr/>
            <p:nvPr/>
          </p:nvSpPr>
          <p:spPr>
            <a:xfrm rot="10800000">
              <a:off x="8784375" y="19822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51" name="Google Shape;51;p5"/>
            <p:cNvSpPr/>
            <p:nvPr/>
          </p:nvSpPr>
          <p:spPr>
            <a:xfrm rot="10800000">
              <a:off x="8849150" y="1076900"/>
              <a:ext cx="586800" cy="58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52" name="Google Shape;52;p5"/>
            <p:cNvSpPr/>
            <p:nvPr/>
          </p:nvSpPr>
          <p:spPr>
            <a:xfrm rot="10800000">
              <a:off x="462875" y="3648675"/>
              <a:ext cx="78300" cy="78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5" name="Google Shape;55;p6"/>
          <p:cNvGrpSpPr/>
          <p:nvPr/>
        </p:nvGrpSpPr>
        <p:grpSpPr>
          <a:xfrm rot="10800000">
            <a:off x="-100" y="-9725"/>
            <a:ext cx="9146700" cy="5143500"/>
            <a:chOff x="41600" y="-9725"/>
            <a:chExt cx="9146700" cy="5143500"/>
          </a:xfrm>
        </p:grpSpPr>
        <p:cxnSp>
          <p:nvCxnSpPr>
            <p:cNvPr id="56" name="Google Shape;56;p6"/>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57" name="Google Shape;57;p6"/>
            <p:cNvCxnSpPr/>
            <p:nvPr/>
          </p:nvCxnSpPr>
          <p:spPr>
            <a:xfrm rot="10800000">
              <a:off x="41600" y="4928275"/>
              <a:ext cx="9146700" cy="0"/>
            </a:xfrm>
            <a:prstGeom prst="straightConnector1">
              <a:avLst/>
            </a:prstGeom>
            <a:noFill/>
            <a:ln cap="flat" cmpd="sng" w="19050">
              <a:solidFill>
                <a:schemeClr val="accent2"/>
              </a:solidFill>
              <a:prstDash val="solid"/>
              <a:round/>
              <a:headEnd len="med" w="med" type="none"/>
              <a:tailEnd len="med" w="med" type="none"/>
            </a:ln>
          </p:spPr>
        </p:cxnSp>
      </p:grpSp>
      <p:sp>
        <p:nvSpPr>
          <p:cNvPr id="58" name="Google Shape;58;p6"/>
          <p:cNvSpPr/>
          <p:nvPr/>
        </p:nvSpPr>
        <p:spPr>
          <a:xfrm flipH="1" rot="10800000">
            <a:off x="-3696100" y="47970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nvGrpSpPr>
          <p:cNvPr id="59" name="Google Shape;59;p6"/>
          <p:cNvGrpSpPr/>
          <p:nvPr/>
        </p:nvGrpSpPr>
        <p:grpSpPr>
          <a:xfrm>
            <a:off x="236675" y="789100"/>
            <a:ext cx="8531575" cy="4725575"/>
            <a:chOff x="236675" y="789100"/>
            <a:chExt cx="8531575" cy="4725575"/>
          </a:xfrm>
        </p:grpSpPr>
        <p:grpSp>
          <p:nvGrpSpPr>
            <p:cNvPr id="60" name="Google Shape;60;p6"/>
            <p:cNvGrpSpPr/>
            <p:nvPr/>
          </p:nvGrpSpPr>
          <p:grpSpPr>
            <a:xfrm>
              <a:off x="236675" y="789100"/>
              <a:ext cx="8531575" cy="4226125"/>
              <a:chOff x="236675" y="789100"/>
              <a:chExt cx="8531575" cy="4226125"/>
            </a:xfrm>
          </p:grpSpPr>
          <p:grpSp>
            <p:nvGrpSpPr>
              <p:cNvPr id="61" name="Google Shape;61;p6"/>
              <p:cNvGrpSpPr/>
              <p:nvPr/>
            </p:nvGrpSpPr>
            <p:grpSpPr>
              <a:xfrm>
                <a:off x="236675" y="789100"/>
                <a:ext cx="6388575" cy="4226125"/>
                <a:chOff x="236675" y="789100"/>
                <a:chExt cx="6388575" cy="4226125"/>
              </a:xfrm>
            </p:grpSpPr>
            <p:sp>
              <p:nvSpPr>
                <p:cNvPr id="62" name="Google Shape;62;p6"/>
                <p:cNvSpPr/>
                <p:nvPr/>
              </p:nvSpPr>
              <p:spPr>
                <a:xfrm>
                  <a:off x="236675" y="463005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63" name="Google Shape;63;p6"/>
                <p:cNvSpPr/>
                <p:nvPr/>
              </p:nvSpPr>
              <p:spPr>
                <a:xfrm>
                  <a:off x="297650" y="7891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64" name="Google Shape;64;p6"/>
                <p:cNvSpPr/>
                <p:nvPr/>
              </p:nvSpPr>
              <p:spPr>
                <a:xfrm>
                  <a:off x="6473750" y="478572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65" name="Google Shape;65;p6"/>
                <p:cNvSpPr/>
                <p:nvPr/>
              </p:nvSpPr>
              <p:spPr>
                <a:xfrm>
                  <a:off x="4024150" y="4937225"/>
                  <a:ext cx="78300" cy="78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
            <p:nvSpPr>
              <p:cNvPr id="66" name="Google Shape;66;p6"/>
              <p:cNvSpPr/>
              <p:nvPr/>
            </p:nvSpPr>
            <p:spPr>
              <a:xfrm rot="10800000">
                <a:off x="463475" y="1846000"/>
                <a:ext cx="78300" cy="78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67" name="Google Shape;67;p6"/>
              <p:cNvSpPr/>
              <p:nvPr/>
            </p:nvSpPr>
            <p:spPr>
              <a:xfrm rot="10800000">
                <a:off x="8616750" y="361197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
          <p:nvSpPr>
            <p:cNvPr id="68" name="Google Shape;68;p6"/>
            <p:cNvSpPr/>
            <p:nvPr/>
          </p:nvSpPr>
          <p:spPr>
            <a:xfrm>
              <a:off x="2129850" y="4927875"/>
              <a:ext cx="586800" cy="58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sp>
        <p:nvSpPr>
          <p:cNvPr id="70" name="Google Shape;70;p7"/>
          <p:cNvSpPr txBox="1"/>
          <p:nvPr>
            <p:ph type="title"/>
          </p:nvPr>
        </p:nvSpPr>
        <p:spPr>
          <a:xfrm>
            <a:off x="832975" y="820375"/>
            <a:ext cx="3945300" cy="9873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1" name="Google Shape;71;p7"/>
          <p:cNvSpPr txBox="1"/>
          <p:nvPr>
            <p:ph idx="1" type="subTitle"/>
          </p:nvPr>
        </p:nvSpPr>
        <p:spPr>
          <a:xfrm>
            <a:off x="832975" y="1779100"/>
            <a:ext cx="3945300" cy="2468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Font typeface="Open Sans"/>
              <a:buAutoNum type="arabicPeriod"/>
              <a:defRPr/>
            </a:lvl1pPr>
            <a:lvl2pPr lvl="1" rtl="0" algn="ctr">
              <a:lnSpc>
                <a:spcPct val="100000"/>
              </a:lnSpc>
              <a:spcBef>
                <a:spcPts val="1000"/>
              </a:spcBef>
              <a:spcAft>
                <a:spcPts val="0"/>
              </a:spcAft>
              <a:buClr>
                <a:srgbClr val="E76A28"/>
              </a:buClr>
              <a:buSzPts val="1200"/>
              <a:buFont typeface="Nunito Light"/>
              <a:buAutoNum type="alphaLcPeriod"/>
              <a:defRPr/>
            </a:lvl2pPr>
            <a:lvl3pPr lvl="2" rtl="0" algn="ctr">
              <a:lnSpc>
                <a:spcPct val="100000"/>
              </a:lnSpc>
              <a:spcBef>
                <a:spcPts val="0"/>
              </a:spcBef>
              <a:spcAft>
                <a:spcPts val="0"/>
              </a:spcAft>
              <a:buClr>
                <a:srgbClr val="E76A28"/>
              </a:buClr>
              <a:buSzPts val="1200"/>
              <a:buFont typeface="Nunito Light"/>
              <a:buAutoNum type="romanLcPeriod"/>
              <a:defRPr/>
            </a:lvl3pPr>
            <a:lvl4pPr lvl="3" rtl="0" algn="ctr">
              <a:lnSpc>
                <a:spcPct val="100000"/>
              </a:lnSpc>
              <a:spcBef>
                <a:spcPts val="0"/>
              </a:spcBef>
              <a:spcAft>
                <a:spcPts val="0"/>
              </a:spcAft>
              <a:buClr>
                <a:srgbClr val="E76A28"/>
              </a:buClr>
              <a:buSzPts val="1200"/>
              <a:buFont typeface="Nunito Light"/>
              <a:buAutoNum type="arabicPeriod"/>
              <a:defRPr/>
            </a:lvl4pPr>
            <a:lvl5pPr lvl="4" rtl="0" algn="ctr">
              <a:lnSpc>
                <a:spcPct val="100000"/>
              </a:lnSpc>
              <a:spcBef>
                <a:spcPts val="0"/>
              </a:spcBef>
              <a:spcAft>
                <a:spcPts val="0"/>
              </a:spcAft>
              <a:buClr>
                <a:srgbClr val="E76A28"/>
              </a:buClr>
              <a:buSzPts val="1200"/>
              <a:buFont typeface="Nunito Light"/>
              <a:buAutoNum type="alphaLcPeriod"/>
              <a:defRPr/>
            </a:lvl5pPr>
            <a:lvl6pPr lvl="5" rtl="0" algn="ctr">
              <a:lnSpc>
                <a:spcPct val="100000"/>
              </a:lnSpc>
              <a:spcBef>
                <a:spcPts val="0"/>
              </a:spcBef>
              <a:spcAft>
                <a:spcPts val="0"/>
              </a:spcAft>
              <a:buClr>
                <a:srgbClr val="999999"/>
              </a:buClr>
              <a:buSzPts val="1200"/>
              <a:buFont typeface="Nunito Light"/>
              <a:buAutoNum type="romanLcPeriod"/>
              <a:defRPr/>
            </a:lvl6pPr>
            <a:lvl7pPr lvl="6" rtl="0" algn="ctr">
              <a:lnSpc>
                <a:spcPct val="100000"/>
              </a:lnSpc>
              <a:spcBef>
                <a:spcPts val="0"/>
              </a:spcBef>
              <a:spcAft>
                <a:spcPts val="0"/>
              </a:spcAft>
              <a:buClr>
                <a:srgbClr val="999999"/>
              </a:buClr>
              <a:buSzPts val="1200"/>
              <a:buFont typeface="Nunito Light"/>
              <a:buAutoNum type="arabicPeriod"/>
              <a:defRPr/>
            </a:lvl7pPr>
            <a:lvl8pPr lvl="7" rtl="0" algn="ctr">
              <a:lnSpc>
                <a:spcPct val="100000"/>
              </a:lnSpc>
              <a:spcBef>
                <a:spcPts val="0"/>
              </a:spcBef>
              <a:spcAft>
                <a:spcPts val="0"/>
              </a:spcAft>
              <a:buClr>
                <a:srgbClr val="999999"/>
              </a:buClr>
              <a:buSzPts val="1200"/>
              <a:buFont typeface="Nunito Light"/>
              <a:buAutoNum type="alphaLcPeriod"/>
              <a:defRPr/>
            </a:lvl8pPr>
            <a:lvl9pPr lvl="8" rtl="0" algn="ctr">
              <a:lnSpc>
                <a:spcPct val="100000"/>
              </a:lnSpc>
              <a:spcBef>
                <a:spcPts val="0"/>
              </a:spcBef>
              <a:spcAft>
                <a:spcPts val="0"/>
              </a:spcAft>
              <a:buClr>
                <a:srgbClr val="999999"/>
              </a:buClr>
              <a:buSzPts val="1200"/>
              <a:buFont typeface="Nunito Light"/>
              <a:buAutoNum type="romanLcPeriod"/>
              <a:defRPr/>
            </a:lvl9pPr>
          </a:lstStyle>
          <a:p/>
        </p:txBody>
      </p:sp>
      <p:sp>
        <p:nvSpPr>
          <p:cNvPr id="72" name="Google Shape;72;p7"/>
          <p:cNvSpPr/>
          <p:nvPr>
            <p:ph idx="2" type="pic"/>
          </p:nvPr>
        </p:nvSpPr>
        <p:spPr>
          <a:xfrm>
            <a:off x="5197850" y="150"/>
            <a:ext cx="3084600" cy="5143500"/>
          </a:xfrm>
          <a:prstGeom prst="rect">
            <a:avLst/>
          </a:prstGeom>
          <a:noFill/>
          <a:ln cap="flat" cmpd="sng" w="19050">
            <a:solidFill>
              <a:schemeClr val="lt2"/>
            </a:solidFill>
            <a:prstDash val="solid"/>
            <a:round/>
            <a:headEnd len="sm" w="sm" type="none"/>
            <a:tailEnd len="sm" w="sm" type="none"/>
          </a:ln>
        </p:spPr>
      </p:sp>
      <p:grpSp>
        <p:nvGrpSpPr>
          <p:cNvPr id="73" name="Google Shape;73;p7"/>
          <p:cNvGrpSpPr/>
          <p:nvPr/>
        </p:nvGrpSpPr>
        <p:grpSpPr>
          <a:xfrm>
            <a:off x="466325" y="297350"/>
            <a:ext cx="8869225" cy="4942950"/>
            <a:chOff x="466325" y="297350"/>
            <a:chExt cx="8869225" cy="4942950"/>
          </a:xfrm>
        </p:grpSpPr>
        <p:sp>
          <p:nvSpPr>
            <p:cNvPr id="74" name="Google Shape;74;p7"/>
            <p:cNvSpPr/>
            <p:nvPr/>
          </p:nvSpPr>
          <p:spPr>
            <a:xfrm flipH="1">
              <a:off x="2733725" y="48524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75" name="Google Shape;75;p7"/>
            <p:cNvSpPr/>
            <p:nvPr/>
          </p:nvSpPr>
          <p:spPr>
            <a:xfrm flipH="1">
              <a:off x="913250" y="29735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76" name="Google Shape;76;p7"/>
            <p:cNvSpPr/>
            <p:nvPr/>
          </p:nvSpPr>
          <p:spPr>
            <a:xfrm flipH="1">
              <a:off x="466325" y="1568100"/>
              <a:ext cx="76200" cy="762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77" name="Google Shape;77;p7"/>
            <p:cNvSpPr/>
            <p:nvPr/>
          </p:nvSpPr>
          <p:spPr>
            <a:xfrm flipH="1">
              <a:off x="913250" y="477530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78" name="Google Shape;78;p7"/>
            <p:cNvSpPr/>
            <p:nvPr/>
          </p:nvSpPr>
          <p:spPr>
            <a:xfrm flipH="1">
              <a:off x="8870550" y="4775300"/>
              <a:ext cx="465000" cy="465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grpSp>
        <p:nvGrpSpPr>
          <p:cNvPr id="79" name="Google Shape;79;p7"/>
          <p:cNvGrpSpPr/>
          <p:nvPr/>
        </p:nvGrpSpPr>
        <p:grpSpPr>
          <a:xfrm flipH="1" rot="10800000">
            <a:off x="-22200" y="-9725"/>
            <a:ext cx="9188400" cy="5143500"/>
            <a:chOff x="-100" y="-9725"/>
            <a:chExt cx="9188400" cy="5143500"/>
          </a:xfrm>
        </p:grpSpPr>
        <p:cxnSp>
          <p:nvCxnSpPr>
            <p:cNvPr id="80" name="Google Shape;80;p7"/>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81" name="Google Shape;81;p7"/>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8"/>
          <p:cNvSpPr txBox="1"/>
          <p:nvPr>
            <p:ph type="title"/>
          </p:nvPr>
        </p:nvSpPr>
        <p:spPr>
          <a:xfrm>
            <a:off x="2317950" y="1307100"/>
            <a:ext cx="4508100" cy="25293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84" name="Google Shape;84;p8"/>
          <p:cNvGrpSpPr/>
          <p:nvPr/>
        </p:nvGrpSpPr>
        <p:grpSpPr>
          <a:xfrm>
            <a:off x="6863521" y="2951897"/>
            <a:ext cx="2316450" cy="2212375"/>
            <a:chOff x="7507625" y="2942125"/>
            <a:chExt cx="2316450" cy="2212375"/>
          </a:xfrm>
        </p:grpSpPr>
        <p:sp>
          <p:nvSpPr>
            <p:cNvPr id="85" name="Google Shape;85;p8"/>
            <p:cNvSpPr/>
            <p:nvPr/>
          </p:nvSpPr>
          <p:spPr>
            <a:xfrm flipH="1">
              <a:off x="7507625" y="49277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86" name="Google Shape;86;p8"/>
            <p:cNvSpPr/>
            <p:nvPr/>
          </p:nvSpPr>
          <p:spPr>
            <a:xfrm flipH="1">
              <a:off x="9452600" y="388477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87" name="Google Shape;87;p8"/>
            <p:cNvSpPr/>
            <p:nvPr/>
          </p:nvSpPr>
          <p:spPr>
            <a:xfrm flipH="1">
              <a:off x="8407600" y="4965350"/>
              <a:ext cx="76200" cy="762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88" name="Google Shape;88;p8"/>
            <p:cNvSpPr/>
            <p:nvPr/>
          </p:nvSpPr>
          <p:spPr>
            <a:xfrm flipH="1">
              <a:off x="9551375" y="294212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89" name="Google Shape;89;p8"/>
            <p:cNvSpPr/>
            <p:nvPr/>
          </p:nvSpPr>
          <p:spPr>
            <a:xfrm flipH="1">
              <a:off x="9359075" y="4257175"/>
              <a:ext cx="465000" cy="465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grpSp>
        <p:nvGrpSpPr>
          <p:cNvPr id="90" name="Google Shape;90;p8"/>
          <p:cNvGrpSpPr/>
          <p:nvPr/>
        </p:nvGrpSpPr>
        <p:grpSpPr>
          <a:xfrm flipH="1" rot="10800000">
            <a:off x="-8429" y="-9725"/>
            <a:ext cx="9188400" cy="5153273"/>
            <a:chOff x="-100" y="-9725"/>
            <a:chExt cx="9188400" cy="5143500"/>
          </a:xfrm>
        </p:grpSpPr>
        <p:cxnSp>
          <p:nvCxnSpPr>
            <p:cNvPr id="91" name="Google Shape;91;p8"/>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92" name="Google Shape;92;p8"/>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3" name="Shape 93"/>
        <p:cNvGrpSpPr/>
        <p:nvPr/>
      </p:nvGrpSpPr>
      <p:grpSpPr>
        <a:xfrm>
          <a:off x="0" y="0"/>
          <a:ext cx="0" cy="0"/>
          <a:chOff x="0" y="0"/>
          <a:chExt cx="0" cy="0"/>
        </a:xfrm>
      </p:grpSpPr>
      <p:sp>
        <p:nvSpPr>
          <p:cNvPr id="94" name="Google Shape;94;p9"/>
          <p:cNvSpPr txBox="1"/>
          <p:nvPr>
            <p:ph type="title"/>
          </p:nvPr>
        </p:nvSpPr>
        <p:spPr>
          <a:xfrm>
            <a:off x="2135550" y="1189100"/>
            <a:ext cx="48729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sz="15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95" name="Google Shape;95;p9"/>
          <p:cNvSpPr txBox="1"/>
          <p:nvPr>
            <p:ph idx="1" type="subTitle"/>
          </p:nvPr>
        </p:nvSpPr>
        <p:spPr>
          <a:xfrm>
            <a:off x="2135550" y="3153500"/>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96" name="Google Shape;96;p9"/>
          <p:cNvGrpSpPr/>
          <p:nvPr/>
        </p:nvGrpSpPr>
        <p:grpSpPr>
          <a:xfrm>
            <a:off x="-22200" y="297350"/>
            <a:ext cx="2982725" cy="4781850"/>
            <a:chOff x="-22200" y="297350"/>
            <a:chExt cx="2982725" cy="4781850"/>
          </a:xfrm>
        </p:grpSpPr>
        <p:sp>
          <p:nvSpPr>
            <p:cNvPr id="97" name="Google Shape;97;p9"/>
            <p:cNvSpPr/>
            <p:nvPr/>
          </p:nvSpPr>
          <p:spPr>
            <a:xfrm flipH="1">
              <a:off x="2733725" y="48524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98" name="Google Shape;98;p9"/>
            <p:cNvSpPr/>
            <p:nvPr/>
          </p:nvSpPr>
          <p:spPr>
            <a:xfrm flipH="1">
              <a:off x="913250" y="29735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99" name="Google Shape;99;p9"/>
            <p:cNvSpPr/>
            <p:nvPr/>
          </p:nvSpPr>
          <p:spPr>
            <a:xfrm flipH="1">
              <a:off x="466325" y="1568100"/>
              <a:ext cx="76200" cy="762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00" name="Google Shape;100;p9"/>
            <p:cNvSpPr/>
            <p:nvPr/>
          </p:nvSpPr>
          <p:spPr>
            <a:xfrm flipH="1">
              <a:off x="913250" y="477530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01" name="Google Shape;101;p9"/>
            <p:cNvSpPr/>
            <p:nvPr/>
          </p:nvSpPr>
          <p:spPr>
            <a:xfrm flipH="1">
              <a:off x="-22200" y="2384525"/>
              <a:ext cx="465000" cy="465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grpSp>
        <p:nvGrpSpPr>
          <p:cNvPr id="102" name="Google Shape;102;p9"/>
          <p:cNvGrpSpPr/>
          <p:nvPr/>
        </p:nvGrpSpPr>
        <p:grpSpPr>
          <a:xfrm rot="10800000">
            <a:off x="-22200" y="-9725"/>
            <a:ext cx="9188400" cy="5143500"/>
            <a:chOff x="-100" y="-9725"/>
            <a:chExt cx="9188400" cy="5143500"/>
          </a:xfrm>
        </p:grpSpPr>
        <p:cxnSp>
          <p:nvCxnSpPr>
            <p:cNvPr id="103" name="Google Shape;103;p9"/>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104" name="Google Shape;104;p9"/>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5" name="Shape 105"/>
        <p:cNvGrpSpPr/>
        <p:nvPr/>
      </p:nvGrpSpPr>
      <p:grpSpPr>
        <a:xfrm>
          <a:off x="0" y="0"/>
          <a:ext cx="0" cy="0"/>
          <a:chOff x="0" y="0"/>
          <a:chExt cx="0" cy="0"/>
        </a:xfrm>
      </p:grpSpPr>
      <p:sp>
        <p:nvSpPr>
          <p:cNvPr id="106" name="Google Shape;106;p10"/>
          <p:cNvSpPr/>
          <p:nvPr>
            <p:ph idx="2" type="pic"/>
          </p:nvPr>
        </p:nvSpPr>
        <p:spPr>
          <a:xfrm>
            <a:off x="0" y="0"/>
            <a:ext cx="9144000" cy="5143500"/>
          </a:xfrm>
          <a:prstGeom prst="rect">
            <a:avLst/>
          </a:prstGeom>
          <a:noFill/>
          <a:ln>
            <a:noFill/>
          </a:ln>
        </p:spPr>
      </p:sp>
      <p:sp>
        <p:nvSpPr>
          <p:cNvPr id="107" name="Google Shape;107;p10"/>
          <p:cNvSpPr txBox="1"/>
          <p:nvPr>
            <p:ph type="title"/>
          </p:nvPr>
        </p:nvSpPr>
        <p:spPr>
          <a:xfrm>
            <a:off x="720000" y="4014450"/>
            <a:ext cx="7704000" cy="572700"/>
          </a:xfrm>
          <a:prstGeom prst="rect">
            <a:avLst/>
          </a:prstGeom>
          <a:solidFill>
            <a:schemeClr val="accent2"/>
          </a:solidFill>
        </p:spPr>
        <p:txBody>
          <a:bodyPr anchorCtr="0" anchor="t" bIns="91425" lIns="91425" spcFirstLastPara="1" rIns="91425" wrap="square" tIns="91425">
            <a:noAutofit/>
          </a:bodyPr>
          <a:lstStyle>
            <a:lvl1pPr lvl="0" rtl="0" algn="ctr">
              <a:spcBef>
                <a:spcPts val="0"/>
              </a:spcBef>
              <a:spcAft>
                <a:spcPts val="0"/>
              </a:spcAft>
              <a:buSzPts val="3000"/>
              <a:buNone/>
              <a:defRPr>
                <a:solidFill>
                  <a:schemeClr val="lt1"/>
                </a:solidFill>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8" name="Shape 108"/>
        <p:cNvGrpSpPr/>
        <p:nvPr/>
      </p:nvGrpSpPr>
      <p:grpSpPr>
        <a:xfrm>
          <a:off x="0" y="0"/>
          <a:ext cx="0" cy="0"/>
          <a:chOff x="0" y="0"/>
          <a:chExt cx="0" cy="0"/>
        </a:xfrm>
      </p:grpSpPr>
      <p:sp>
        <p:nvSpPr>
          <p:cNvPr id="109" name="Google Shape;109;p11"/>
          <p:cNvSpPr txBox="1"/>
          <p:nvPr>
            <p:ph hasCustomPrompt="1" type="title"/>
          </p:nvPr>
        </p:nvSpPr>
        <p:spPr>
          <a:xfrm>
            <a:off x="713225" y="1793550"/>
            <a:ext cx="3841500" cy="1059300"/>
          </a:xfrm>
          <a:prstGeom prst="rect">
            <a:avLst/>
          </a:prstGeom>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9600"/>
              <a:buNone/>
              <a:defRPr sz="48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10" name="Google Shape;110;p11"/>
          <p:cNvSpPr txBox="1"/>
          <p:nvPr>
            <p:ph idx="1" type="subTitle"/>
          </p:nvPr>
        </p:nvSpPr>
        <p:spPr>
          <a:xfrm>
            <a:off x="713225" y="2852850"/>
            <a:ext cx="3841500" cy="497100"/>
          </a:xfrm>
          <a:prstGeom prst="rect">
            <a:avLst/>
          </a:prstGeom>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11" name="Google Shape;111;p11"/>
          <p:cNvGrpSpPr/>
          <p:nvPr/>
        </p:nvGrpSpPr>
        <p:grpSpPr>
          <a:xfrm>
            <a:off x="-100" y="-9725"/>
            <a:ext cx="9188400" cy="5143500"/>
            <a:chOff x="-100" y="-9725"/>
            <a:chExt cx="9188400" cy="5143500"/>
          </a:xfrm>
        </p:grpSpPr>
        <p:cxnSp>
          <p:nvCxnSpPr>
            <p:cNvPr id="112" name="Google Shape;112;p11"/>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113" name="Google Shape;113;p11"/>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14" name="Shape 11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15" name="Shape 115"/>
        <p:cNvGrpSpPr/>
        <p:nvPr/>
      </p:nvGrpSpPr>
      <p:grpSpPr>
        <a:xfrm>
          <a:off x="0" y="0"/>
          <a:ext cx="0" cy="0"/>
          <a:chOff x="0" y="0"/>
          <a:chExt cx="0" cy="0"/>
        </a:xfrm>
      </p:grpSpPr>
      <p:sp>
        <p:nvSpPr>
          <p:cNvPr id="116" name="Google Shape;116;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7" name="Google Shape;117;p13"/>
          <p:cNvSpPr txBox="1"/>
          <p:nvPr>
            <p:ph hasCustomPrompt="1" idx="2" type="title"/>
          </p:nvPr>
        </p:nvSpPr>
        <p:spPr>
          <a:xfrm>
            <a:off x="1618650" y="1480883"/>
            <a:ext cx="734700" cy="4476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8" name="Google Shape;118;p13"/>
          <p:cNvSpPr txBox="1"/>
          <p:nvPr>
            <p:ph hasCustomPrompt="1" idx="3" type="title"/>
          </p:nvPr>
        </p:nvSpPr>
        <p:spPr>
          <a:xfrm>
            <a:off x="1618650" y="2914291"/>
            <a:ext cx="734700" cy="4476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 name="Google Shape;119;p13"/>
          <p:cNvSpPr txBox="1"/>
          <p:nvPr>
            <p:ph hasCustomPrompt="1" idx="4" type="title"/>
          </p:nvPr>
        </p:nvSpPr>
        <p:spPr>
          <a:xfrm>
            <a:off x="4204650" y="1480883"/>
            <a:ext cx="734700" cy="4476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0" name="Google Shape;120;p13"/>
          <p:cNvSpPr txBox="1"/>
          <p:nvPr>
            <p:ph hasCustomPrompt="1" idx="5" type="title"/>
          </p:nvPr>
        </p:nvSpPr>
        <p:spPr>
          <a:xfrm>
            <a:off x="4204650" y="2914291"/>
            <a:ext cx="734700" cy="4476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1" name="Google Shape;121;p13"/>
          <p:cNvSpPr txBox="1"/>
          <p:nvPr>
            <p:ph hasCustomPrompt="1" idx="6" type="title"/>
          </p:nvPr>
        </p:nvSpPr>
        <p:spPr>
          <a:xfrm>
            <a:off x="6790650" y="1480883"/>
            <a:ext cx="734700" cy="4476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2" name="Google Shape;122;p13"/>
          <p:cNvSpPr txBox="1"/>
          <p:nvPr>
            <p:ph hasCustomPrompt="1" idx="7" type="title"/>
          </p:nvPr>
        </p:nvSpPr>
        <p:spPr>
          <a:xfrm>
            <a:off x="6790650" y="2914291"/>
            <a:ext cx="734700" cy="447600"/>
          </a:xfrm>
          <a:prstGeom prst="rect">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3" name="Google Shape;123;p13"/>
          <p:cNvSpPr txBox="1"/>
          <p:nvPr>
            <p:ph idx="1" type="subTitle"/>
          </p:nvPr>
        </p:nvSpPr>
        <p:spPr>
          <a:xfrm>
            <a:off x="720000" y="1959025"/>
            <a:ext cx="2532000" cy="44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4" name="Google Shape;124;p13"/>
          <p:cNvSpPr txBox="1"/>
          <p:nvPr>
            <p:ph idx="8" type="subTitle"/>
          </p:nvPr>
        </p:nvSpPr>
        <p:spPr>
          <a:xfrm>
            <a:off x="3306000" y="1959025"/>
            <a:ext cx="2532000" cy="44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5" name="Google Shape;125;p13"/>
          <p:cNvSpPr txBox="1"/>
          <p:nvPr>
            <p:ph idx="9" type="subTitle"/>
          </p:nvPr>
        </p:nvSpPr>
        <p:spPr>
          <a:xfrm>
            <a:off x="5892000" y="1959025"/>
            <a:ext cx="2532000" cy="44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6" name="Google Shape;126;p13"/>
          <p:cNvSpPr txBox="1"/>
          <p:nvPr>
            <p:ph idx="13" type="subTitle"/>
          </p:nvPr>
        </p:nvSpPr>
        <p:spPr>
          <a:xfrm>
            <a:off x="720000" y="3391139"/>
            <a:ext cx="2532000" cy="44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7" name="Google Shape;127;p13"/>
          <p:cNvSpPr txBox="1"/>
          <p:nvPr>
            <p:ph idx="14" type="subTitle"/>
          </p:nvPr>
        </p:nvSpPr>
        <p:spPr>
          <a:xfrm>
            <a:off x="3306000" y="3391139"/>
            <a:ext cx="2532000" cy="44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8" name="Google Shape;128;p13"/>
          <p:cNvSpPr txBox="1"/>
          <p:nvPr>
            <p:ph idx="15" type="subTitle"/>
          </p:nvPr>
        </p:nvSpPr>
        <p:spPr>
          <a:xfrm>
            <a:off x="5892000" y="3391139"/>
            <a:ext cx="2532000" cy="447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29" name="Google Shape;129;p13"/>
          <p:cNvSpPr/>
          <p:nvPr/>
        </p:nvSpPr>
        <p:spPr>
          <a:xfrm>
            <a:off x="-3639025" y="-126980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nvGrpSpPr>
          <p:cNvPr id="130" name="Google Shape;130;p13"/>
          <p:cNvGrpSpPr/>
          <p:nvPr/>
        </p:nvGrpSpPr>
        <p:grpSpPr>
          <a:xfrm>
            <a:off x="162425" y="53900"/>
            <a:ext cx="8613450" cy="4786650"/>
            <a:chOff x="162425" y="53900"/>
            <a:chExt cx="8613450" cy="4786650"/>
          </a:xfrm>
        </p:grpSpPr>
        <p:sp>
          <p:nvSpPr>
            <p:cNvPr id="131" name="Google Shape;131;p13"/>
            <p:cNvSpPr/>
            <p:nvPr/>
          </p:nvSpPr>
          <p:spPr>
            <a:xfrm flipH="1">
              <a:off x="872475" y="539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2" name="Google Shape;132;p13"/>
            <p:cNvSpPr/>
            <p:nvPr/>
          </p:nvSpPr>
          <p:spPr>
            <a:xfrm flipH="1">
              <a:off x="7762250" y="468905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3" name="Google Shape;133;p13"/>
            <p:cNvSpPr/>
            <p:nvPr/>
          </p:nvSpPr>
          <p:spPr>
            <a:xfrm flipH="1">
              <a:off x="7686050" y="129200"/>
              <a:ext cx="76200" cy="762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4" name="Google Shape;134;p13"/>
            <p:cNvSpPr/>
            <p:nvPr/>
          </p:nvSpPr>
          <p:spPr>
            <a:xfrm flipH="1">
              <a:off x="8624375" y="192847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35" name="Google Shape;135;p13"/>
            <p:cNvSpPr/>
            <p:nvPr/>
          </p:nvSpPr>
          <p:spPr>
            <a:xfrm flipH="1">
              <a:off x="162425" y="3456925"/>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grpSp>
        <p:nvGrpSpPr>
          <p:cNvPr id="136" name="Google Shape;136;p13"/>
          <p:cNvGrpSpPr/>
          <p:nvPr/>
        </p:nvGrpSpPr>
        <p:grpSpPr>
          <a:xfrm flipH="1">
            <a:off x="-100" y="-9725"/>
            <a:ext cx="9188400" cy="5143500"/>
            <a:chOff x="-100" y="-9725"/>
            <a:chExt cx="9188400" cy="5143500"/>
          </a:xfrm>
        </p:grpSpPr>
        <p:cxnSp>
          <p:nvCxnSpPr>
            <p:cNvPr id="137" name="Google Shape;137;p13"/>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138" name="Google Shape;138;p13"/>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39" name="Shape 139"/>
        <p:cNvGrpSpPr/>
        <p:nvPr/>
      </p:nvGrpSpPr>
      <p:grpSpPr>
        <a:xfrm>
          <a:off x="0" y="0"/>
          <a:ext cx="0" cy="0"/>
          <a:chOff x="0" y="0"/>
          <a:chExt cx="0" cy="0"/>
        </a:xfrm>
      </p:grpSpPr>
      <p:sp>
        <p:nvSpPr>
          <p:cNvPr id="140" name="Google Shape;140;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1" name="Google Shape;141;p14"/>
          <p:cNvSpPr/>
          <p:nvPr/>
        </p:nvSpPr>
        <p:spPr>
          <a:xfrm>
            <a:off x="4522675" y="-3871125"/>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nvGrpSpPr>
          <p:cNvPr id="142" name="Google Shape;142;p14"/>
          <p:cNvGrpSpPr/>
          <p:nvPr/>
        </p:nvGrpSpPr>
        <p:grpSpPr>
          <a:xfrm>
            <a:off x="-100" y="0"/>
            <a:ext cx="9146700" cy="5146800"/>
            <a:chOff x="41600" y="-13048"/>
            <a:chExt cx="9146700" cy="5146800"/>
          </a:xfrm>
        </p:grpSpPr>
        <p:cxnSp>
          <p:nvCxnSpPr>
            <p:cNvPr id="143" name="Google Shape;143;p14"/>
            <p:cNvCxnSpPr/>
            <p:nvPr/>
          </p:nvCxnSpPr>
          <p:spPr>
            <a:xfrm>
              <a:off x="272250" y="-13048"/>
              <a:ext cx="0" cy="5146800"/>
            </a:xfrm>
            <a:prstGeom prst="straightConnector1">
              <a:avLst/>
            </a:prstGeom>
            <a:noFill/>
            <a:ln cap="flat" cmpd="sng" w="19050">
              <a:solidFill>
                <a:schemeClr val="accent2"/>
              </a:solidFill>
              <a:prstDash val="solid"/>
              <a:round/>
              <a:headEnd len="med" w="med" type="none"/>
              <a:tailEnd len="med" w="med" type="none"/>
            </a:ln>
          </p:spPr>
        </p:cxnSp>
        <p:cxnSp>
          <p:nvCxnSpPr>
            <p:cNvPr id="144" name="Google Shape;144;p14"/>
            <p:cNvCxnSpPr/>
            <p:nvPr/>
          </p:nvCxnSpPr>
          <p:spPr>
            <a:xfrm rot="10800000">
              <a:off x="41600" y="4928275"/>
              <a:ext cx="9146700" cy="0"/>
            </a:xfrm>
            <a:prstGeom prst="straightConnector1">
              <a:avLst/>
            </a:prstGeom>
            <a:noFill/>
            <a:ln cap="flat" cmpd="sng" w="19050">
              <a:solidFill>
                <a:schemeClr val="accent2"/>
              </a:solidFill>
              <a:prstDash val="solid"/>
              <a:round/>
              <a:headEnd len="med" w="med" type="none"/>
              <a:tailEnd len="med" w="med" type="none"/>
            </a:ln>
          </p:spPr>
        </p:cxnSp>
      </p:grpSp>
      <p:grpSp>
        <p:nvGrpSpPr>
          <p:cNvPr id="145" name="Google Shape;145;p14"/>
          <p:cNvGrpSpPr/>
          <p:nvPr/>
        </p:nvGrpSpPr>
        <p:grpSpPr>
          <a:xfrm>
            <a:off x="423675" y="160575"/>
            <a:ext cx="8587500" cy="4242950"/>
            <a:chOff x="423675" y="160575"/>
            <a:chExt cx="8587500" cy="4242950"/>
          </a:xfrm>
        </p:grpSpPr>
        <p:sp>
          <p:nvSpPr>
            <p:cNvPr id="146" name="Google Shape;146;p14"/>
            <p:cNvSpPr/>
            <p:nvPr/>
          </p:nvSpPr>
          <p:spPr>
            <a:xfrm rot="10800000">
              <a:off x="8784375" y="19822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47" name="Google Shape;147;p14"/>
            <p:cNvSpPr/>
            <p:nvPr/>
          </p:nvSpPr>
          <p:spPr>
            <a:xfrm rot="10800000">
              <a:off x="8784375" y="30642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48" name="Google Shape;148;p14"/>
            <p:cNvSpPr/>
            <p:nvPr/>
          </p:nvSpPr>
          <p:spPr>
            <a:xfrm rot="10800000">
              <a:off x="8822025" y="390105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49" name="Google Shape;149;p14"/>
            <p:cNvSpPr/>
            <p:nvPr/>
          </p:nvSpPr>
          <p:spPr>
            <a:xfrm rot="10800000">
              <a:off x="7876950" y="234975"/>
              <a:ext cx="78300" cy="78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50" name="Google Shape;150;p14"/>
            <p:cNvSpPr/>
            <p:nvPr/>
          </p:nvSpPr>
          <p:spPr>
            <a:xfrm rot="10800000">
              <a:off x="8784375" y="19822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51" name="Google Shape;151;p14"/>
            <p:cNvSpPr/>
            <p:nvPr/>
          </p:nvSpPr>
          <p:spPr>
            <a:xfrm rot="10800000">
              <a:off x="1957550" y="160575"/>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52" name="Google Shape;152;p14"/>
            <p:cNvSpPr/>
            <p:nvPr/>
          </p:nvSpPr>
          <p:spPr>
            <a:xfrm rot="10800000">
              <a:off x="423675" y="405255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53" name="Google Shape;153;p14"/>
            <p:cNvSpPr/>
            <p:nvPr/>
          </p:nvSpPr>
          <p:spPr>
            <a:xfrm rot="10800000">
              <a:off x="8784375" y="4325525"/>
              <a:ext cx="78300" cy="78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54" name="Shape 154"/>
        <p:cNvGrpSpPr/>
        <p:nvPr/>
      </p:nvGrpSpPr>
      <p:grpSpPr>
        <a:xfrm>
          <a:off x="0" y="0"/>
          <a:ext cx="0" cy="0"/>
          <a:chOff x="0" y="0"/>
          <a:chExt cx="0" cy="0"/>
        </a:xfrm>
      </p:grpSpPr>
      <p:sp>
        <p:nvSpPr>
          <p:cNvPr id="155" name="Google Shape;155;p15"/>
          <p:cNvSpPr txBox="1"/>
          <p:nvPr>
            <p:ph type="title"/>
          </p:nvPr>
        </p:nvSpPr>
        <p:spPr>
          <a:xfrm>
            <a:off x="3810475" y="1270625"/>
            <a:ext cx="4620300" cy="5670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56" name="Google Shape;156;p15"/>
          <p:cNvSpPr txBox="1"/>
          <p:nvPr>
            <p:ph idx="1" type="subTitle"/>
          </p:nvPr>
        </p:nvSpPr>
        <p:spPr>
          <a:xfrm>
            <a:off x="3810475" y="1810075"/>
            <a:ext cx="4620300" cy="2139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AutoNum type="arabicPeriod"/>
              <a:defRPr/>
            </a:lvl1pPr>
            <a:lvl2pPr lvl="1" rtl="0" algn="ctr">
              <a:lnSpc>
                <a:spcPct val="100000"/>
              </a:lnSpc>
              <a:spcBef>
                <a:spcPts val="0"/>
              </a:spcBef>
              <a:spcAft>
                <a:spcPts val="0"/>
              </a:spcAft>
              <a:buSzPts val="1200"/>
              <a:buAutoNum type="alphaLcPeriod"/>
              <a:defRPr/>
            </a:lvl2pPr>
            <a:lvl3pPr lvl="2" rtl="0" algn="ctr">
              <a:lnSpc>
                <a:spcPct val="100000"/>
              </a:lnSpc>
              <a:spcBef>
                <a:spcPts val="0"/>
              </a:spcBef>
              <a:spcAft>
                <a:spcPts val="0"/>
              </a:spcAft>
              <a:buSzPts val="1200"/>
              <a:buAutoNum type="romanLcPeriod"/>
              <a:defRPr/>
            </a:lvl3pPr>
            <a:lvl4pPr lvl="3" rtl="0" algn="ctr">
              <a:lnSpc>
                <a:spcPct val="100000"/>
              </a:lnSpc>
              <a:spcBef>
                <a:spcPts val="0"/>
              </a:spcBef>
              <a:spcAft>
                <a:spcPts val="0"/>
              </a:spcAft>
              <a:buSzPts val="1200"/>
              <a:buAutoNum type="arabicPeriod"/>
              <a:defRPr/>
            </a:lvl4pPr>
            <a:lvl5pPr lvl="4" rtl="0" algn="ctr">
              <a:lnSpc>
                <a:spcPct val="100000"/>
              </a:lnSpc>
              <a:spcBef>
                <a:spcPts val="0"/>
              </a:spcBef>
              <a:spcAft>
                <a:spcPts val="0"/>
              </a:spcAft>
              <a:buSzPts val="1200"/>
              <a:buAutoNum type="alphaLcPeriod"/>
              <a:defRPr/>
            </a:lvl5pPr>
            <a:lvl6pPr lvl="5" rtl="0" algn="ctr">
              <a:lnSpc>
                <a:spcPct val="100000"/>
              </a:lnSpc>
              <a:spcBef>
                <a:spcPts val="0"/>
              </a:spcBef>
              <a:spcAft>
                <a:spcPts val="0"/>
              </a:spcAft>
              <a:buSzPts val="1200"/>
              <a:buAutoNum type="romanLcPeriod"/>
              <a:defRPr/>
            </a:lvl6pPr>
            <a:lvl7pPr lvl="6" rtl="0" algn="ctr">
              <a:lnSpc>
                <a:spcPct val="100000"/>
              </a:lnSpc>
              <a:spcBef>
                <a:spcPts val="0"/>
              </a:spcBef>
              <a:spcAft>
                <a:spcPts val="0"/>
              </a:spcAft>
              <a:buSzPts val="1200"/>
              <a:buAutoNum type="arabicPeriod"/>
              <a:defRPr/>
            </a:lvl7pPr>
            <a:lvl8pPr lvl="7" rtl="0" algn="ctr">
              <a:lnSpc>
                <a:spcPct val="100000"/>
              </a:lnSpc>
              <a:spcBef>
                <a:spcPts val="0"/>
              </a:spcBef>
              <a:spcAft>
                <a:spcPts val="0"/>
              </a:spcAft>
              <a:buSzPts val="1200"/>
              <a:buAutoNum type="alphaLcPeriod"/>
              <a:defRPr/>
            </a:lvl8pPr>
            <a:lvl9pPr lvl="8" rtl="0" algn="ctr">
              <a:lnSpc>
                <a:spcPct val="100000"/>
              </a:lnSpc>
              <a:spcBef>
                <a:spcPts val="0"/>
              </a:spcBef>
              <a:spcAft>
                <a:spcPts val="0"/>
              </a:spcAft>
              <a:buSzPts val="1200"/>
              <a:buAutoNum type="romanLcPeriod"/>
              <a:defRPr/>
            </a:lvl9pPr>
          </a:lstStyle>
          <a:p/>
        </p:txBody>
      </p:sp>
      <p:grpSp>
        <p:nvGrpSpPr>
          <p:cNvPr id="157" name="Google Shape;157;p15"/>
          <p:cNvGrpSpPr/>
          <p:nvPr/>
        </p:nvGrpSpPr>
        <p:grpSpPr>
          <a:xfrm>
            <a:off x="236675" y="198225"/>
            <a:ext cx="8699200" cy="3897525"/>
            <a:chOff x="236675" y="198225"/>
            <a:chExt cx="8699200" cy="3897525"/>
          </a:xfrm>
        </p:grpSpPr>
        <p:sp>
          <p:nvSpPr>
            <p:cNvPr id="158" name="Google Shape;158;p15"/>
            <p:cNvSpPr/>
            <p:nvPr/>
          </p:nvSpPr>
          <p:spPr>
            <a:xfrm rot="10800000">
              <a:off x="8784375" y="19822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59" name="Google Shape;159;p15"/>
            <p:cNvSpPr/>
            <p:nvPr/>
          </p:nvSpPr>
          <p:spPr>
            <a:xfrm rot="10800000">
              <a:off x="237725" y="26994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60" name="Google Shape;160;p15"/>
            <p:cNvSpPr/>
            <p:nvPr/>
          </p:nvSpPr>
          <p:spPr>
            <a:xfrm rot="10800000">
              <a:off x="236675" y="4017750"/>
              <a:ext cx="78300" cy="78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_1">
    <p:spTree>
      <p:nvGrpSpPr>
        <p:cNvPr id="161" name="Shape 161"/>
        <p:cNvGrpSpPr/>
        <p:nvPr/>
      </p:nvGrpSpPr>
      <p:grpSpPr>
        <a:xfrm>
          <a:off x="0" y="0"/>
          <a:ext cx="0" cy="0"/>
          <a:chOff x="0" y="0"/>
          <a:chExt cx="0" cy="0"/>
        </a:xfrm>
      </p:grpSpPr>
      <p:sp>
        <p:nvSpPr>
          <p:cNvPr id="162" name="Google Shape;162;p16"/>
          <p:cNvSpPr txBox="1"/>
          <p:nvPr>
            <p:ph type="title"/>
          </p:nvPr>
        </p:nvSpPr>
        <p:spPr>
          <a:xfrm>
            <a:off x="713225" y="2571750"/>
            <a:ext cx="2463000" cy="10338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63" name="Google Shape;163;p16"/>
          <p:cNvSpPr txBox="1"/>
          <p:nvPr>
            <p:ph idx="1" type="subTitle"/>
          </p:nvPr>
        </p:nvSpPr>
        <p:spPr>
          <a:xfrm>
            <a:off x="713225" y="3503243"/>
            <a:ext cx="2463000" cy="1033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64" name="Google Shape;164;p16"/>
          <p:cNvSpPr/>
          <p:nvPr>
            <p:ph idx="2" type="pic"/>
          </p:nvPr>
        </p:nvSpPr>
        <p:spPr>
          <a:xfrm>
            <a:off x="6896850" y="742950"/>
            <a:ext cx="2267100" cy="3657600"/>
          </a:xfrm>
          <a:prstGeom prst="rect">
            <a:avLst/>
          </a:prstGeom>
          <a:noFill/>
          <a:ln cap="flat" cmpd="sng" w="19050">
            <a:solidFill>
              <a:schemeClr val="lt2"/>
            </a:solidFill>
            <a:prstDash val="solid"/>
            <a:round/>
            <a:headEnd len="sm" w="sm" type="none"/>
            <a:tailEnd len="sm" w="sm" type="none"/>
          </a:ln>
        </p:spPr>
      </p:sp>
      <p:sp>
        <p:nvSpPr>
          <p:cNvPr id="165" name="Google Shape;165;p16"/>
          <p:cNvSpPr/>
          <p:nvPr>
            <p:ph idx="3" type="pic"/>
          </p:nvPr>
        </p:nvSpPr>
        <p:spPr>
          <a:xfrm>
            <a:off x="5093225" y="742950"/>
            <a:ext cx="1607700" cy="3657600"/>
          </a:xfrm>
          <a:prstGeom prst="rect">
            <a:avLst/>
          </a:prstGeom>
          <a:noFill/>
          <a:ln cap="flat" cmpd="sng" w="19050">
            <a:solidFill>
              <a:schemeClr val="lt2"/>
            </a:solidFill>
            <a:prstDash val="solid"/>
            <a:round/>
            <a:headEnd len="sm" w="sm" type="none"/>
            <a:tailEnd len="sm" w="sm" type="none"/>
          </a:ln>
        </p:spPr>
      </p:sp>
      <p:sp>
        <p:nvSpPr>
          <p:cNvPr id="166" name="Google Shape;166;p16"/>
          <p:cNvSpPr/>
          <p:nvPr>
            <p:ph idx="4" type="pic"/>
          </p:nvPr>
        </p:nvSpPr>
        <p:spPr>
          <a:xfrm>
            <a:off x="713150" y="742950"/>
            <a:ext cx="4184100" cy="1554600"/>
          </a:xfrm>
          <a:prstGeom prst="rect">
            <a:avLst/>
          </a:prstGeom>
          <a:noFill/>
          <a:ln cap="flat" cmpd="sng" w="19050">
            <a:solidFill>
              <a:schemeClr val="lt2"/>
            </a:solidFill>
            <a:prstDash val="solid"/>
            <a:round/>
            <a:headEnd len="sm" w="sm" type="none"/>
            <a:tailEnd len="sm" w="sm" type="none"/>
          </a:ln>
        </p:spPr>
      </p:sp>
      <p:grpSp>
        <p:nvGrpSpPr>
          <p:cNvPr id="167" name="Google Shape;167;p16"/>
          <p:cNvGrpSpPr/>
          <p:nvPr/>
        </p:nvGrpSpPr>
        <p:grpSpPr>
          <a:xfrm flipH="1" rot="10800000">
            <a:off x="-100" y="-9725"/>
            <a:ext cx="9188400" cy="5143500"/>
            <a:chOff x="-100" y="-9725"/>
            <a:chExt cx="9188400" cy="5143500"/>
          </a:xfrm>
        </p:grpSpPr>
        <p:cxnSp>
          <p:nvCxnSpPr>
            <p:cNvPr id="168" name="Google Shape;168;p16"/>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169" name="Google Shape;169;p16"/>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
        <p:nvSpPr>
          <p:cNvPr id="170" name="Google Shape;170;p16"/>
          <p:cNvSpPr/>
          <p:nvPr/>
        </p:nvSpPr>
        <p:spPr>
          <a:xfrm rot="10800000">
            <a:off x="2843775" y="47568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71" name="Shape 171"/>
        <p:cNvGrpSpPr/>
        <p:nvPr/>
      </p:nvGrpSpPr>
      <p:grpSpPr>
        <a:xfrm>
          <a:off x="0" y="0"/>
          <a:ext cx="0" cy="0"/>
          <a:chOff x="0" y="0"/>
          <a:chExt cx="0" cy="0"/>
        </a:xfrm>
      </p:grpSpPr>
      <p:sp>
        <p:nvSpPr>
          <p:cNvPr id="172" name="Google Shape;172;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3" name="Google Shape;173;p17"/>
          <p:cNvSpPr txBox="1"/>
          <p:nvPr>
            <p:ph idx="1" type="subTitle"/>
          </p:nvPr>
        </p:nvSpPr>
        <p:spPr>
          <a:xfrm>
            <a:off x="937625" y="2043315"/>
            <a:ext cx="2175300" cy="202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4" name="Google Shape;174;p17"/>
          <p:cNvSpPr txBox="1"/>
          <p:nvPr>
            <p:ph idx="2" type="subTitle"/>
          </p:nvPr>
        </p:nvSpPr>
        <p:spPr>
          <a:xfrm>
            <a:off x="3484347" y="2043315"/>
            <a:ext cx="2175300" cy="202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5" name="Google Shape;175;p17"/>
          <p:cNvSpPr txBox="1"/>
          <p:nvPr>
            <p:ph idx="3" type="subTitle"/>
          </p:nvPr>
        </p:nvSpPr>
        <p:spPr>
          <a:xfrm>
            <a:off x="6031075" y="2043315"/>
            <a:ext cx="2175300" cy="2024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76" name="Google Shape;176;p17"/>
          <p:cNvSpPr txBox="1"/>
          <p:nvPr>
            <p:ph idx="4" type="subTitle"/>
          </p:nvPr>
        </p:nvSpPr>
        <p:spPr>
          <a:xfrm>
            <a:off x="937625" y="1664100"/>
            <a:ext cx="2175300" cy="453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7" name="Google Shape;177;p17"/>
          <p:cNvSpPr txBox="1"/>
          <p:nvPr>
            <p:ph idx="5" type="subTitle"/>
          </p:nvPr>
        </p:nvSpPr>
        <p:spPr>
          <a:xfrm>
            <a:off x="3484350" y="1664100"/>
            <a:ext cx="2175300" cy="453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78" name="Google Shape;178;p17"/>
          <p:cNvSpPr txBox="1"/>
          <p:nvPr>
            <p:ph idx="6" type="subTitle"/>
          </p:nvPr>
        </p:nvSpPr>
        <p:spPr>
          <a:xfrm>
            <a:off x="6031075" y="1664100"/>
            <a:ext cx="2175300" cy="4530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79" name="Google Shape;179;p17"/>
          <p:cNvGrpSpPr/>
          <p:nvPr/>
        </p:nvGrpSpPr>
        <p:grpSpPr>
          <a:xfrm rot="10800000">
            <a:off x="-100" y="-9725"/>
            <a:ext cx="9188400" cy="5143500"/>
            <a:chOff x="-100" y="-9725"/>
            <a:chExt cx="9188400" cy="5143500"/>
          </a:xfrm>
        </p:grpSpPr>
        <p:cxnSp>
          <p:nvCxnSpPr>
            <p:cNvPr id="180" name="Google Shape;180;p17"/>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181" name="Google Shape;181;p17"/>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
        <p:nvSpPr>
          <p:cNvPr id="182" name="Google Shape;182;p17"/>
          <p:cNvSpPr/>
          <p:nvPr/>
        </p:nvSpPr>
        <p:spPr>
          <a:xfrm flipH="1" rot="10800000">
            <a:off x="-1760700" y="413105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nvGrpSpPr>
          <p:cNvPr id="183" name="Google Shape;183;p17"/>
          <p:cNvGrpSpPr/>
          <p:nvPr/>
        </p:nvGrpSpPr>
        <p:grpSpPr>
          <a:xfrm>
            <a:off x="236675" y="3018575"/>
            <a:ext cx="8451400" cy="2369425"/>
            <a:chOff x="236675" y="3018575"/>
            <a:chExt cx="8451400" cy="2369425"/>
          </a:xfrm>
        </p:grpSpPr>
        <p:sp>
          <p:nvSpPr>
            <p:cNvPr id="184" name="Google Shape;184;p17"/>
            <p:cNvSpPr/>
            <p:nvPr/>
          </p:nvSpPr>
          <p:spPr>
            <a:xfrm>
              <a:off x="236675" y="428877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85" name="Google Shape;185;p17"/>
            <p:cNvSpPr/>
            <p:nvPr/>
          </p:nvSpPr>
          <p:spPr>
            <a:xfrm>
              <a:off x="720000" y="4801200"/>
              <a:ext cx="586800" cy="58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86" name="Google Shape;186;p17"/>
            <p:cNvSpPr/>
            <p:nvPr/>
          </p:nvSpPr>
          <p:spPr>
            <a:xfrm>
              <a:off x="236675" y="3018575"/>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87" name="Google Shape;187;p17"/>
            <p:cNvSpPr/>
            <p:nvPr/>
          </p:nvSpPr>
          <p:spPr>
            <a:xfrm>
              <a:off x="8536575" y="421250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188" name="Google Shape;188;p17"/>
            <p:cNvSpPr/>
            <p:nvPr/>
          </p:nvSpPr>
          <p:spPr>
            <a:xfrm>
              <a:off x="7924875" y="4801200"/>
              <a:ext cx="78300" cy="78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89" name="Shape 189"/>
        <p:cNvGrpSpPr/>
        <p:nvPr/>
      </p:nvGrpSpPr>
      <p:grpSpPr>
        <a:xfrm>
          <a:off x="0" y="0"/>
          <a:ext cx="0" cy="0"/>
          <a:chOff x="0" y="0"/>
          <a:chExt cx="0" cy="0"/>
        </a:xfrm>
      </p:grpSpPr>
      <p:sp>
        <p:nvSpPr>
          <p:cNvPr id="190" name="Google Shape;190;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1" name="Google Shape;191;p18"/>
          <p:cNvSpPr txBox="1"/>
          <p:nvPr>
            <p:ph idx="1" type="subTitle"/>
          </p:nvPr>
        </p:nvSpPr>
        <p:spPr>
          <a:xfrm>
            <a:off x="1067574" y="1671136"/>
            <a:ext cx="32484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2" name="Google Shape;192;p18"/>
          <p:cNvSpPr txBox="1"/>
          <p:nvPr>
            <p:ph idx="2" type="subTitle"/>
          </p:nvPr>
        </p:nvSpPr>
        <p:spPr>
          <a:xfrm>
            <a:off x="4828026" y="1671136"/>
            <a:ext cx="32484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3" name="Google Shape;193;p18"/>
          <p:cNvSpPr txBox="1"/>
          <p:nvPr>
            <p:ph idx="3" type="subTitle"/>
          </p:nvPr>
        </p:nvSpPr>
        <p:spPr>
          <a:xfrm>
            <a:off x="1067574" y="3328004"/>
            <a:ext cx="32484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4" name="Google Shape;194;p18"/>
          <p:cNvSpPr txBox="1"/>
          <p:nvPr>
            <p:ph idx="4" type="subTitle"/>
          </p:nvPr>
        </p:nvSpPr>
        <p:spPr>
          <a:xfrm>
            <a:off x="4828026" y="3328004"/>
            <a:ext cx="3248400" cy="120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95" name="Google Shape;195;p18"/>
          <p:cNvSpPr txBox="1"/>
          <p:nvPr>
            <p:ph idx="5" type="subTitle"/>
          </p:nvPr>
        </p:nvSpPr>
        <p:spPr>
          <a:xfrm>
            <a:off x="1067574" y="1330575"/>
            <a:ext cx="3248400" cy="412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96" name="Google Shape;196;p18"/>
          <p:cNvSpPr txBox="1"/>
          <p:nvPr>
            <p:ph idx="6" type="subTitle"/>
          </p:nvPr>
        </p:nvSpPr>
        <p:spPr>
          <a:xfrm>
            <a:off x="1067574" y="2991375"/>
            <a:ext cx="3248400" cy="412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97" name="Google Shape;197;p18"/>
          <p:cNvSpPr txBox="1"/>
          <p:nvPr>
            <p:ph idx="7" type="subTitle"/>
          </p:nvPr>
        </p:nvSpPr>
        <p:spPr>
          <a:xfrm>
            <a:off x="4827998" y="1330575"/>
            <a:ext cx="3248400" cy="412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198" name="Google Shape;198;p18"/>
          <p:cNvSpPr txBox="1"/>
          <p:nvPr>
            <p:ph idx="8" type="subTitle"/>
          </p:nvPr>
        </p:nvSpPr>
        <p:spPr>
          <a:xfrm>
            <a:off x="4827998" y="2991375"/>
            <a:ext cx="3248400" cy="4125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199" name="Google Shape;199;p18"/>
          <p:cNvGrpSpPr/>
          <p:nvPr/>
        </p:nvGrpSpPr>
        <p:grpSpPr>
          <a:xfrm flipH="1" rot="10800000">
            <a:off x="-100" y="-9725"/>
            <a:ext cx="9188400" cy="5143500"/>
            <a:chOff x="-100" y="-9725"/>
            <a:chExt cx="9188400" cy="5143500"/>
          </a:xfrm>
        </p:grpSpPr>
        <p:cxnSp>
          <p:nvCxnSpPr>
            <p:cNvPr id="200" name="Google Shape;200;p18"/>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201" name="Google Shape;201;p18"/>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grpSp>
        <p:nvGrpSpPr>
          <p:cNvPr id="202" name="Google Shape;202;p18"/>
          <p:cNvGrpSpPr/>
          <p:nvPr/>
        </p:nvGrpSpPr>
        <p:grpSpPr>
          <a:xfrm>
            <a:off x="7142850" y="2050250"/>
            <a:ext cx="2190675" cy="2839050"/>
            <a:chOff x="7142850" y="2050250"/>
            <a:chExt cx="2190675" cy="2839050"/>
          </a:xfrm>
        </p:grpSpPr>
        <p:sp>
          <p:nvSpPr>
            <p:cNvPr id="203" name="Google Shape;203;p18"/>
            <p:cNvSpPr/>
            <p:nvPr/>
          </p:nvSpPr>
          <p:spPr>
            <a:xfrm rot="10800000">
              <a:off x="7142850" y="473780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04" name="Google Shape;204;p18"/>
            <p:cNvSpPr/>
            <p:nvPr/>
          </p:nvSpPr>
          <p:spPr>
            <a:xfrm rot="10800000">
              <a:off x="8746725" y="3307725"/>
              <a:ext cx="586800" cy="58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05" name="Google Shape;205;p18"/>
            <p:cNvSpPr/>
            <p:nvPr/>
          </p:nvSpPr>
          <p:spPr>
            <a:xfrm rot="10800000">
              <a:off x="8926725" y="2658875"/>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06" name="Google Shape;206;p18"/>
            <p:cNvSpPr/>
            <p:nvPr/>
          </p:nvSpPr>
          <p:spPr>
            <a:xfrm rot="10800000">
              <a:off x="8746725" y="205025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07" name="Google Shape;207;p18"/>
            <p:cNvSpPr/>
            <p:nvPr/>
          </p:nvSpPr>
          <p:spPr>
            <a:xfrm rot="10800000">
              <a:off x="8668425" y="4321750"/>
              <a:ext cx="78300" cy="78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
        <p:nvSpPr>
          <p:cNvPr id="208" name="Google Shape;208;p18"/>
          <p:cNvSpPr/>
          <p:nvPr/>
        </p:nvSpPr>
        <p:spPr>
          <a:xfrm flipH="1" rot="10800000">
            <a:off x="8237200" y="3894525"/>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09" name="Shape 209"/>
        <p:cNvGrpSpPr/>
        <p:nvPr/>
      </p:nvGrpSpPr>
      <p:grpSpPr>
        <a:xfrm>
          <a:off x="0" y="0"/>
          <a:ext cx="0" cy="0"/>
          <a:chOff x="0" y="0"/>
          <a:chExt cx="0" cy="0"/>
        </a:xfrm>
      </p:grpSpPr>
      <p:sp>
        <p:nvSpPr>
          <p:cNvPr id="210" name="Google Shape;210;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1" name="Google Shape;211;p19"/>
          <p:cNvSpPr txBox="1"/>
          <p:nvPr>
            <p:ph idx="1" type="subTitle"/>
          </p:nvPr>
        </p:nvSpPr>
        <p:spPr>
          <a:xfrm>
            <a:off x="1035375" y="1616196"/>
            <a:ext cx="2233500" cy="120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2" name="Google Shape;212;p19"/>
          <p:cNvSpPr txBox="1"/>
          <p:nvPr>
            <p:ph idx="2" type="subTitle"/>
          </p:nvPr>
        </p:nvSpPr>
        <p:spPr>
          <a:xfrm>
            <a:off x="3455250" y="1616196"/>
            <a:ext cx="2233500" cy="120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3" name="Google Shape;213;p19"/>
          <p:cNvSpPr txBox="1"/>
          <p:nvPr>
            <p:ph idx="3" type="subTitle"/>
          </p:nvPr>
        </p:nvSpPr>
        <p:spPr>
          <a:xfrm>
            <a:off x="1035375" y="3324323"/>
            <a:ext cx="2233500" cy="120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4" name="Google Shape;214;p19"/>
          <p:cNvSpPr txBox="1"/>
          <p:nvPr>
            <p:ph idx="4" type="subTitle"/>
          </p:nvPr>
        </p:nvSpPr>
        <p:spPr>
          <a:xfrm>
            <a:off x="3455250" y="3324323"/>
            <a:ext cx="2233500" cy="120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5" name="Google Shape;215;p19"/>
          <p:cNvSpPr txBox="1"/>
          <p:nvPr>
            <p:ph idx="5" type="subTitle"/>
          </p:nvPr>
        </p:nvSpPr>
        <p:spPr>
          <a:xfrm>
            <a:off x="5875125" y="1616196"/>
            <a:ext cx="2233500" cy="120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6" name="Google Shape;216;p19"/>
          <p:cNvSpPr txBox="1"/>
          <p:nvPr>
            <p:ph idx="6" type="subTitle"/>
          </p:nvPr>
        </p:nvSpPr>
        <p:spPr>
          <a:xfrm>
            <a:off x="5875125" y="3324323"/>
            <a:ext cx="2233500" cy="1206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17" name="Google Shape;217;p19"/>
          <p:cNvSpPr txBox="1"/>
          <p:nvPr>
            <p:ph idx="7" type="subTitle"/>
          </p:nvPr>
        </p:nvSpPr>
        <p:spPr>
          <a:xfrm>
            <a:off x="1035375" y="1312275"/>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8" name="Google Shape;218;p19"/>
          <p:cNvSpPr txBox="1"/>
          <p:nvPr>
            <p:ph idx="8" type="subTitle"/>
          </p:nvPr>
        </p:nvSpPr>
        <p:spPr>
          <a:xfrm>
            <a:off x="3456450" y="1312275"/>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19" name="Google Shape;219;p19"/>
          <p:cNvSpPr txBox="1"/>
          <p:nvPr>
            <p:ph idx="9" type="subTitle"/>
          </p:nvPr>
        </p:nvSpPr>
        <p:spPr>
          <a:xfrm>
            <a:off x="5875125" y="1312275"/>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20" name="Google Shape;220;p19"/>
          <p:cNvSpPr txBox="1"/>
          <p:nvPr>
            <p:ph idx="13" type="subTitle"/>
          </p:nvPr>
        </p:nvSpPr>
        <p:spPr>
          <a:xfrm>
            <a:off x="1035375" y="3020301"/>
            <a:ext cx="22335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21" name="Google Shape;221;p19"/>
          <p:cNvSpPr txBox="1"/>
          <p:nvPr>
            <p:ph idx="14" type="subTitle"/>
          </p:nvPr>
        </p:nvSpPr>
        <p:spPr>
          <a:xfrm>
            <a:off x="3456450" y="3020306"/>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sp>
        <p:nvSpPr>
          <p:cNvPr id="222" name="Google Shape;222;p19"/>
          <p:cNvSpPr txBox="1"/>
          <p:nvPr>
            <p:ph idx="15" type="subTitle"/>
          </p:nvPr>
        </p:nvSpPr>
        <p:spPr>
          <a:xfrm>
            <a:off x="5875125" y="3020306"/>
            <a:ext cx="22311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Raleway"/>
              <a:buNone/>
              <a:defRPr sz="1800">
                <a:solidFill>
                  <a:schemeClr val="dk1"/>
                </a:solidFill>
                <a:latin typeface="Sofia Sans SemiBold"/>
                <a:ea typeface="Sofia Sans SemiBold"/>
                <a:cs typeface="Sofia Sans SemiBold"/>
                <a:sym typeface="Sofia Sans SemiBold"/>
              </a:defRPr>
            </a:lvl1pPr>
            <a:lvl2pPr lvl="1" rtl="0" algn="ctr">
              <a:lnSpc>
                <a:spcPct val="100000"/>
              </a:lnSpc>
              <a:spcBef>
                <a:spcPts val="0"/>
              </a:spcBef>
              <a:spcAft>
                <a:spcPts val="0"/>
              </a:spcAft>
              <a:buSzPts val="2400"/>
              <a:buFont typeface="Raleway"/>
              <a:buNone/>
              <a:defRPr b="1" sz="2400">
                <a:latin typeface="Raleway"/>
                <a:ea typeface="Raleway"/>
                <a:cs typeface="Raleway"/>
                <a:sym typeface="Raleway"/>
              </a:defRPr>
            </a:lvl2pPr>
            <a:lvl3pPr lvl="2" rtl="0" algn="ctr">
              <a:lnSpc>
                <a:spcPct val="100000"/>
              </a:lnSpc>
              <a:spcBef>
                <a:spcPts val="0"/>
              </a:spcBef>
              <a:spcAft>
                <a:spcPts val="0"/>
              </a:spcAft>
              <a:buSzPts val="2400"/>
              <a:buFont typeface="Raleway"/>
              <a:buNone/>
              <a:defRPr b="1" sz="2400">
                <a:latin typeface="Raleway"/>
                <a:ea typeface="Raleway"/>
                <a:cs typeface="Raleway"/>
                <a:sym typeface="Raleway"/>
              </a:defRPr>
            </a:lvl3pPr>
            <a:lvl4pPr lvl="3" rtl="0" algn="ctr">
              <a:lnSpc>
                <a:spcPct val="100000"/>
              </a:lnSpc>
              <a:spcBef>
                <a:spcPts val="0"/>
              </a:spcBef>
              <a:spcAft>
                <a:spcPts val="0"/>
              </a:spcAft>
              <a:buSzPts val="2400"/>
              <a:buFont typeface="Raleway"/>
              <a:buNone/>
              <a:defRPr b="1" sz="2400">
                <a:latin typeface="Raleway"/>
                <a:ea typeface="Raleway"/>
                <a:cs typeface="Raleway"/>
                <a:sym typeface="Raleway"/>
              </a:defRPr>
            </a:lvl4pPr>
            <a:lvl5pPr lvl="4" rtl="0" algn="ctr">
              <a:lnSpc>
                <a:spcPct val="100000"/>
              </a:lnSpc>
              <a:spcBef>
                <a:spcPts val="0"/>
              </a:spcBef>
              <a:spcAft>
                <a:spcPts val="0"/>
              </a:spcAft>
              <a:buSzPts val="2400"/>
              <a:buFont typeface="Raleway"/>
              <a:buNone/>
              <a:defRPr b="1" sz="2400">
                <a:latin typeface="Raleway"/>
                <a:ea typeface="Raleway"/>
                <a:cs typeface="Raleway"/>
                <a:sym typeface="Raleway"/>
              </a:defRPr>
            </a:lvl5pPr>
            <a:lvl6pPr lvl="5" rtl="0" algn="ctr">
              <a:lnSpc>
                <a:spcPct val="100000"/>
              </a:lnSpc>
              <a:spcBef>
                <a:spcPts val="0"/>
              </a:spcBef>
              <a:spcAft>
                <a:spcPts val="0"/>
              </a:spcAft>
              <a:buSzPts val="2400"/>
              <a:buFont typeface="Raleway"/>
              <a:buNone/>
              <a:defRPr b="1" sz="2400">
                <a:latin typeface="Raleway"/>
                <a:ea typeface="Raleway"/>
                <a:cs typeface="Raleway"/>
                <a:sym typeface="Raleway"/>
              </a:defRPr>
            </a:lvl6pPr>
            <a:lvl7pPr lvl="6" rtl="0" algn="ctr">
              <a:lnSpc>
                <a:spcPct val="100000"/>
              </a:lnSpc>
              <a:spcBef>
                <a:spcPts val="0"/>
              </a:spcBef>
              <a:spcAft>
                <a:spcPts val="0"/>
              </a:spcAft>
              <a:buSzPts val="2400"/>
              <a:buFont typeface="Raleway"/>
              <a:buNone/>
              <a:defRPr b="1" sz="2400">
                <a:latin typeface="Raleway"/>
                <a:ea typeface="Raleway"/>
                <a:cs typeface="Raleway"/>
                <a:sym typeface="Raleway"/>
              </a:defRPr>
            </a:lvl7pPr>
            <a:lvl8pPr lvl="7" rtl="0" algn="ctr">
              <a:lnSpc>
                <a:spcPct val="100000"/>
              </a:lnSpc>
              <a:spcBef>
                <a:spcPts val="0"/>
              </a:spcBef>
              <a:spcAft>
                <a:spcPts val="0"/>
              </a:spcAft>
              <a:buSzPts val="2400"/>
              <a:buFont typeface="Raleway"/>
              <a:buNone/>
              <a:defRPr b="1" sz="2400">
                <a:latin typeface="Raleway"/>
                <a:ea typeface="Raleway"/>
                <a:cs typeface="Raleway"/>
                <a:sym typeface="Raleway"/>
              </a:defRPr>
            </a:lvl8pPr>
            <a:lvl9pPr lvl="8" rtl="0" algn="ctr">
              <a:lnSpc>
                <a:spcPct val="100000"/>
              </a:lnSpc>
              <a:spcBef>
                <a:spcPts val="0"/>
              </a:spcBef>
              <a:spcAft>
                <a:spcPts val="0"/>
              </a:spcAft>
              <a:buSzPts val="2400"/>
              <a:buFont typeface="Raleway"/>
              <a:buNone/>
              <a:defRPr b="1" sz="2400">
                <a:latin typeface="Raleway"/>
                <a:ea typeface="Raleway"/>
                <a:cs typeface="Raleway"/>
                <a:sym typeface="Raleway"/>
              </a:defRPr>
            </a:lvl9pPr>
          </a:lstStyle>
          <a:p/>
        </p:txBody>
      </p:sp>
      <p:grpSp>
        <p:nvGrpSpPr>
          <p:cNvPr id="223" name="Google Shape;223;p19"/>
          <p:cNvGrpSpPr/>
          <p:nvPr/>
        </p:nvGrpSpPr>
        <p:grpSpPr>
          <a:xfrm flipH="1">
            <a:off x="-100" y="-9725"/>
            <a:ext cx="9188400" cy="5143500"/>
            <a:chOff x="-100" y="-9725"/>
            <a:chExt cx="9188400" cy="5143500"/>
          </a:xfrm>
        </p:grpSpPr>
        <p:cxnSp>
          <p:nvCxnSpPr>
            <p:cNvPr id="224" name="Google Shape;224;p19"/>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225" name="Google Shape;225;p19"/>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
        <p:nvSpPr>
          <p:cNvPr id="226" name="Google Shape;226;p19"/>
          <p:cNvSpPr/>
          <p:nvPr/>
        </p:nvSpPr>
        <p:spPr>
          <a:xfrm flipH="1" rot="10800000">
            <a:off x="2478750" y="-386290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nvGrpSpPr>
          <p:cNvPr id="227" name="Google Shape;227;p19"/>
          <p:cNvGrpSpPr/>
          <p:nvPr/>
        </p:nvGrpSpPr>
        <p:grpSpPr>
          <a:xfrm>
            <a:off x="194325" y="-388575"/>
            <a:ext cx="8741550" cy="2176725"/>
            <a:chOff x="194325" y="-388575"/>
            <a:chExt cx="8741550" cy="2176725"/>
          </a:xfrm>
        </p:grpSpPr>
        <p:sp>
          <p:nvSpPr>
            <p:cNvPr id="228" name="Google Shape;228;p19"/>
            <p:cNvSpPr/>
            <p:nvPr/>
          </p:nvSpPr>
          <p:spPr>
            <a:xfrm rot="10800000">
              <a:off x="8784375" y="19822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29" name="Google Shape;229;p19"/>
            <p:cNvSpPr/>
            <p:nvPr/>
          </p:nvSpPr>
          <p:spPr>
            <a:xfrm rot="10800000">
              <a:off x="4278600" y="-388575"/>
              <a:ext cx="586800" cy="58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30" name="Google Shape;230;p19"/>
            <p:cNvSpPr/>
            <p:nvPr/>
          </p:nvSpPr>
          <p:spPr>
            <a:xfrm rot="10800000">
              <a:off x="194325" y="2675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31" name="Google Shape;231;p19"/>
            <p:cNvSpPr/>
            <p:nvPr/>
          </p:nvSpPr>
          <p:spPr>
            <a:xfrm rot="10800000">
              <a:off x="421125" y="101772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32" name="Google Shape;232;p19"/>
            <p:cNvSpPr/>
            <p:nvPr/>
          </p:nvSpPr>
          <p:spPr>
            <a:xfrm rot="10800000">
              <a:off x="268575" y="1710150"/>
              <a:ext cx="78300" cy="78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33" name="Shape 233"/>
        <p:cNvGrpSpPr/>
        <p:nvPr/>
      </p:nvGrpSpPr>
      <p:grpSpPr>
        <a:xfrm>
          <a:off x="0" y="0"/>
          <a:ext cx="0" cy="0"/>
          <a:chOff x="0" y="0"/>
          <a:chExt cx="0" cy="0"/>
        </a:xfrm>
      </p:grpSpPr>
      <p:sp>
        <p:nvSpPr>
          <p:cNvPr id="234" name="Google Shape;234;p20"/>
          <p:cNvSpPr txBox="1"/>
          <p:nvPr>
            <p:ph hasCustomPrompt="1" type="title"/>
          </p:nvPr>
        </p:nvSpPr>
        <p:spPr>
          <a:xfrm>
            <a:off x="798388" y="2052000"/>
            <a:ext cx="3492600" cy="768900"/>
          </a:xfrm>
          <a:prstGeom prst="rect">
            <a:avLst/>
          </a:prstGeom>
          <a:noFill/>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35" name="Google Shape;235;p20"/>
          <p:cNvSpPr txBox="1"/>
          <p:nvPr>
            <p:ph idx="1" type="subTitle"/>
          </p:nvPr>
        </p:nvSpPr>
        <p:spPr>
          <a:xfrm>
            <a:off x="798400" y="2820924"/>
            <a:ext cx="3492600" cy="350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36" name="Google Shape;236;p20"/>
          <p:cNvSpPr txBox="1"/>
          <p:nvPr>
            <p:ph hasCustomPrompt="1" idx="2" type="title"/>
          </p:nvPr>
        </p:nvSpPr>
        <p:spPr>
          <a:xfrm>
            <a:off x="2825700" y="539489"/>
            <a:ext cx="3492600" cy="768900"/>
          </a:xfrm>
          <a:prstGeom prst="rect">
            <a:avLst/>
          </a:prstGeom>
          <a:noFill/>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37" name="Google Shape;237;p20"/>
          <p:cNvSpPr txBox="1"/>
          <p:nvPr>
            <p:ph idx="3" type="subTitle"/>
          </p:nvPr>
        </p:nvSpPr>
        <p:spPr>
          <a:xfrm>
            <a:off x="2825700" y="1308400"/>
            <a:ext cx="3492600" cy="350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sp>
        <p:nvSpPr>
          <p:cNvPr id="238" name="Google Shape;238;p20"/>
          <p:cNvSpPr txBox="1"/>
          <p:nvPr>
            <p:ph hasCustomPrompt="1" idx="4" type="title"/>
          </p:nvPr>
        </p:nvSpPr>
        <p:spPr>
          <a:xfrm>
            <a:off x="4853013" y="2052000"/>
            <a:ext cx="3492600" cy="768900"/>
          </a:xfrm>
          <a:prstGeom prst="rect">
            <a:avLst/>
          </a:prstGeom>
          <a:noFill/>
          <a:ln cap="flat" cmpd="sng" w="19050">
            <a:solidFill>
              <a:schemeClr val="accent2"/>
            </a:solidFill>
            <a:prstDash val="solid"/>
            <a:round/>
            <a:headEnd len="sm" w="sm" type="none"/>
            <a:tailEnd len="sm" w="sm" type="none"/>
          </a:ln>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39" name="Google Shape;239;p20"/>
          <p:cNvSpPr txBox="1"/>
          <p:nvPr>
            <p:ph idx="5" type="subTitle"/>
          </p:nvPr>
        </p:nvSpPr>
        <p:spPr>
          <a:xfrm>
            <a:off x="4853025" y="2820924"/>
            <a:ext cx="3492600" cy="350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200"/>
              <a:buFont typeface="PT Sans"/>
              <a:buNone/>
              <a:defRPr>
                <a:solidFill>
                  <a:schemeClr val="dk1"/>
                </a:solidFill>
              </a:defRPr>
            </a:lvl1pPr>
            <a:lvl2pPr lvl="1" rtl="0" algn="ctr">
              <a:lnSpc>
                <a:spcPct val="100000"/>
              </a:lnSpc>
              <a:spcBef>
                <a:spcPts val="0"/>
              </a:spcBef>
              <a:spcAft>
                <a:spcPts val="0"/>
              </a:spcAft>
              <a:buClr>
                <a:schemeClr val="dk1"/>
              </a:buClr>
              <a:buSzPts val="1200"/>
              <a:buNone/>
              <a:defRPr>
                <a:solidFill>
                  <a:schemeClr val="dk1"/>
                </a:solidFill>
              </a:defRPr>
            </a:lvl2pPr>
            <a:lvl3pPr lvl="2" rtl="0" algn="ctr">
              <a:lnSpc>
                <a:spcPct val="100000"/>
              </a:lnSpc>
              <a:spcBef>
                <a:spcPts val="0"/>
              </a:spcBef>
              <a:spcAft>
                <a:spcPts val="0"/>
              </a:spcAft>
              <a:buClr>
                <a:schemeClr val="dk1"/>
              </a:buClr>
              <a:buSzPts val="1200"/>
              <a:buNone/>
              <a:defRPr>
                <a:solidFill>
                  <a:schemeClr val="dk1"/>
                </a:solidFill>
              </a:defRPr>
            </a:lvl3pPr>
            <a:lvl4pPr lvl="3"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200"/>
              <a:buFont typeface="PT Sans"/>
              <a:buNone/>
              <a:defRPr>
                <a:solidFill>
                  <a:schemeClr val="dk1"/>
                </a:solidFill>
                <a:latin typeface="PT Sans"/>
                <a:ea typeface="PT Sans"/>
                <a:cs typeface="PT Sans"/>
                <a:sym typeface="PT Sans"/>
              </a:defRPr>
            </a:lvl9pPr>
          </a:lstStyle>
          <a:p/>
        </p:txBody>
      </p:sp>
      <p:grpSp>
        <p:nvGrpSpPr>
          <p:cNvPr id="240" name="Google Shape;240;p20"/>
          <p:cNvGrpSpPr/>
          <p:nvPr/>
        </p:nvGrpSpPr>
        <p:grpSpPr>
          <a:xfrm rot="10800000">
            <a:off x="-100" y="-9725"/>
            <a:ext cx="9188400" cy="5143500"/>
            <a:chOff x="-100" y="-9725"/>
            <a:chExt cx="9188400" cy="5143500"/>
          </a:xfrm>
        </p:grpSpPr>
        <p:cxnSp>
          <p:nvCxnSpPr>
            <p:cNvPr id="241" name="Google Shape;241;p20"/>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242" name="Google Shape;242;p20"/>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
        <p:nvSpPr>
          <p:cNvPr id="243" name="Google Shape;243;p20"/>
          <p:cNvSpPr/>
          <p:nvPr/>
        </p:nvSpPr>
        <p:spPr>
          <a:xfrm rot="10800000">
            <a:off x="424075" y="334667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44" name="Shape 244"/>
        <p:cNvGrpSpPr/>
        <p:nvPr/>
      </p:nvGrpSpPr>
      <p:grpSpPr>
        <a:xfrm>
          <a:off x="0" y="0"/>
          <a:ext cx="0" cy="0"/>
          <a:chOff x="0" y="0"/>
          <a:chExt cx="0" cy="0"/>
        </a:xfrm>
      </p:grpSpPr>
      <p:sp>
        <p:nvSpPr>
          <p:cNvPr id="245" name="Google Shape;245;p21"/>
          <p:cNvSpPr txBox="1"/>
          <p:nvPr>
            <p:ph type="title"/>
          </p:nvPr>
        </p:nvSpPr>
        <p:spPr>
          <a:xfrm>
            <a:off x="713225" y="732088"/>
            <a:ext cx="3604800" cy="10587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sz="72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6" name="Google Shape;246;p21"/>
          <p:cNvSpPr txBox="1"/>
          <p:nvPr>
            <p:ph idx="1" type="subTitle"/>
          </p:nvPr>
        </p:nvSpPr>
        <p:spPr>
          <a:xfrm>
            <a:off x="713225" y="1689338"/>
            <a:ext cx="3604800" cy="114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grpSp>
        <p:nvGrpSpPr>
          <p:cNvPr id="247" name="Google Shape;247;p21"/>
          <p:cNvGrpSpPr/>
          <p:nvPr/>
        </p:nvGrpSpPr>
        <p:grpSpPr>
          <a:xfrm flipH="1">
            <a:off x="-100" y="-9725"/>
            <a:ext cx="9188400" cy="5143500"/>
            <a:chOff x="-100" y="-9725"/>
            <a:chExt cx="9188400" cy="5143500"/>
          </a:xfrm>
        </p:grpSpPr>
        <p:cxnSp>
          <p:nvCxnSpPr>
            <p:cNvPr id="248" name="Google Shape;248;p21"/>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249" name="Google Shape;249;p21"/>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grpSp>
        <p:nvGrpSpPr>
          <p:cNvPr id="250" name="Google Shape;250;p21"/>
          <p:cNvGrpSpPr/>
          <p:nvPr/>
        </p:nvGrpSpPr>
        <p:grpSpPr>
          <a:xfrm>
            <a:off x="3387100" y="-71975"/>
            <a:ext cx="5381150" cy="3835450"/>
            <a:chOff x="3387100" y="-71975"/>
            <a:chExt cx="5381150" cy="3835450"/>
          </a:xfrm>
        </p:grpSpPr>
        <p:sp>
          <p:nvSpPr>
            <p:cNvPr id="251" name="Google Shape;251;p21"/>
            <p:cNvSpPr/>
            <p:nvPr/>
          </p:nvSpPr>
          <p:spPr>
            <a:xfrm rot="10800000">
              <a:off x="5454575" y="19382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52" name="Google Shape;252;p21"/>
            <p:cNvSpPr/>
            <p:nvPr/>
          </p:nvSpPr>
          <p:spPr>
            <a:xfrm rot="10800000">
              <a:off x="8167300" y="230575"/>
              <a:ext cx="78300" cy="78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53" name="Google Shape;253;p21"/>
            <p:cNvSpPr/>
            <p:nvPr/>
          </p:nvSpPr>
          <p:spPr>
            <a:xfrm rot="10800000">
              <a:off x="3387100" y="-71975"/>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54" name="Google Shape;254;p21"/>
            <p:cNvSpPr/>
            <p:nvPr/>
          </p:nvSpPr>
          <p:spPr>
            <a:xfrm rot="10800000">
              <a:off x="8616750" y="361197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
        <p:nvSpPr>
          <p:cNvPr id="255" name="Google Shape;255;p21"/>
          <p:cNvSpPr txBox="1"/>
          <p:nvPr/>
        </p:nvSpPr>
        <p:spPr>
          <a:xfrm>
            <a:off x="713225" y="3352938"/>
            <a:ext cx="3604800" cy="6678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000">
                <a:solidFill>
                  <a:schemeClr val="dk1"/>
                </a:solidFill>
                <a:latin typeface="Libre Franklin"/>
                <a:ea typeface="Libre Franklin"/>
                <a:cs typeface="Libre Franklin"/>
                <a:sym typeface="Libre Franklin"/>
              </a:rPr>
              <a:t>CREDITS:</a:t>
            </a:r>
            <a:r>
              <a:rPr lang="en" sz="1000">
                <a:solidFill>
                  <a:schemeClr val="dk1"/>
                </a:solidFill>
                <a:latin typeface="Libre Franklin"/>
                <a:ea typeface="Libre Franklin"/>
                <a:cs typeface="Libre Franklin"/>
                <a:sym typeface="Libre Franklin"/>
              </a:rPr>
              <a:t> This presentation template was created by </a:t>
            </a:r>
            <a:r>
              <a:rPr b="1" lang="en" sz="1000" u="sng">
                <a:solidFill>
                  <a:schemeClr val="dk1"/>
                </a:solidFill>
                <a:latin typeface="Libre Franklin"/>
                <a:ea typeface="Libre Franklin"/>
                <a:cs typeface="Libre Franklin"/>
                <a:sym typeface="Libre Franklin"/>
                <a:hlinkClick r:id="rId2">
                  <a:extLst>
                    <a:ext uri="{A12FA001-AC4F-418D-AE19-62706E023703}">
                      <ahyp:hlinkClr val="tx"/>
                    </a:ext>
                  </a:extLst>
                </a:hlinkClick>
              </a:rPr>
              <a:t>Slidesgo</a:t>
            </a:r>
            <a:r>
              <a:rPr lang="en" sz="1000">
                <a:solidFill>
                  <a:schemeClr val="dk1"/>
                </a:solidFill>
                <a:latin typeface="Libre Franklin"/>
                <a:ea typeface="Libre Franklin"/>
                <a:cs typeface="Libre Franklin"/>
                <a:sym typeface="Libre Franklin"/>
              </a:rPr>
              <a:t>, and includes icons by </a:t>
            </a:r>
            <a:r>
              <a:rPr b="1" lang="en" sz="1000" u="sng">
                <a:solidFill>
                  <a:schemeClr val="dk1"/>
                </a:solidFill>
                <a:latin typeface="Libre Franklin"/>
                <a:ea typeface="Libre Franklin"/>
                <a:cs typeface="Libre Franklin"/>
                <a:sym typeface="Libre Franklin"/>
                <a:hlinkClick r:id="rId3">
                  <a:extLst>
                    <a:ext uri="{A12FA001-AC4F-418D-AE19-62706E023703}">
                      <ahyp:hlinkClr val="tx"/>
                    </a:ext>
                  </a:extLst>
                </a:hlinkClick>
              </a:rPr>
              <a:t>Flaticon</a:t>
            </a:r>
            <a:r>
              <a:rPr lang="en" sz="1000">
                <a:solidFill>
                  <a:schemeClr val="dk1"/>
                </a:solidFill>
                <a:latin typeface="Libre Franklin"/>
                <a:ea typeface="Libre Franklin"/>
                <a:cs typeface="Libre Franklin"/>
                <a:sym typeface="Libre Franklin"/>
              </a:rPr>
              <a:t>, and infographics &amp; images by </a:t>
            </a:r>
            <a:r>
              <a:rPr b="1" lang="en" sz="1000" u="sng">
                <a:solidFill>
                  <a:schemeClr val="dk1"/>
                </a:solidFill>
                <a:latin typeface="Libre Franklin"/>
                <a:ea typeface="Libre Franklin"/>
                <a:cs typeface="Libre Franklin"/>
                <a:sym typeface="Libre Franklin"/>
                <a:hlinkClick r:id="rId4">
                  <a:extLst>
                    <a:ext uri="{A12FA001-AC4F-418D-AE19-62706E023703}">
                      <ahyp:hlinkClr val="tx"/>
                    </a:ext>
                  </a:extLst>
                </a:hlinkClick>
              </a:rPr>
              <a:t>Freepik</a:t>
            </a:r>
            <a:r>
              <a:rPr lang="en" sz="1000" u="sng">
                <a:solidFill>
                  <a:schemeClr val="dk1"/>
                </a:solidFill>
                <a:latin typeface="Libre Franklin"/>
                <a:ea typeface="Libre Franklin"/>
                <a:cs typeface="Libre Franklin"/>
                <a:sym typeface="Libre Franklin"/>
              </a:rPr>
              <a:t> </a:t>
            </a:r>
            <a:endParaRPr b="1" sz="1000" u="sng">
              <a:solidFill>
                <a:schemeClr val="dk1"/>
              </a:solidFill>
              <a:latin typeface="Libre Franklin"/>
              <a:ea typeface="Libre Franklin"/>
              <a:cs typeface="Libre Franklin"/>
              <a:sym typeface="Libre Franklin"/>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56" name="Shape 256"/>
        <p:cNvGrpSpPr/>
        <p:nvPr/>
      </p:nvGrpSpPr>
      <p:grpSpPr>
        <a:xfrm>
          <a:off x="0" y="0"/>
          <a:ext cx="0" cy="0"/>
          <a:chOff x="0" y="0"/>
          <a:chExt cx="0" cy="0"/>
        </a:xfrm>
      </p:grpSpPr>
      <p:grpSp>
        <p:nvGrpSpPr>
          <p:cNvPr id="257" name="Google Shape;257;p22"/>
          <p:cNvGrpSpPr/>
          <p:nvPr/>
        </p:nvGrpSpPr>
        <p:grpSpPr>
          <a:xfrm flipH="1">
            <a:off x="-22200" y="3079850"/>
            <a:ext cx="1556325" cy="1999350"/>
            <a:chOff x="8267750" y="3079850"/>
            <a:chExt cx="1556325" cy="1999350"/>
          </a:xfrm>
        </p:grpSpPr>
        <p:sp>
          <p:nvSpPr>
            <p:cNvPr id="258" name="Google Shape;258;p22"/>
            <p:cNvSpPr/>
            <p:nvPr/>
          </p:nvSpPr>
          <p:spPr>
            <a:xfrm flipH="1">
              <a:off x="8267750" y="48524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59" name="Google Shape;259;p22"/>
            <p:cNvSpPr/>
            <p:nvPr/>
          </p:nvSpPr>
          <p:spPr>
            <a:xfrm flipH="1">
              <a:off x="9266675" y="489005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60" name="Google Shape;260;p22"/>
            <p:cNvSpPr/>
            <p:nvPr/>
          </p:nvSpPr>
          <p:spPr>
            <a:xfrm flipH="1">
              <a:off x="9190475" y="3635025"/>
              <a:ext cx="76200" cy="762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61" name="Google Shape;261;p22"/>
            <p:cNvSpPr/>
            <p:nvPr/>
          </p:nvSpPr>
          <p:spPr>
            <a:xfrm flipH="1">
              <a:off x="9266675" y="307985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62" name="Google Shape;262;p22"/>
            <p:cNvSpPr/>
            <p:nvPr/>
          </p:nvSpPr>
          <p:spPr>
            <a:xfrm flipH="1">
              <a:off x="9359075" y="4022825"/>
              <a:ext cx="465000" cy="465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grpSp>
        <p:nvGrpSpPr>
          <p:cNvPr id="263" name="Google Shape;263;p22"/>
          <p:cNvGrpSpPr/>
          <p:nvPr/>
        </p:nvGrpSpPr>
        <p:grpSpPr>
          <a:xfrm rot="10800000">
            <a:off x="-22200" y="-9725"/>
            <a:ext cx="9188400" cy="5143500"/>
            <a:chOff x="-100" y="-9725"/>
            <a:chExt cx="9188400" cy="5143500"/>
          </a:xfrm>
        </p:grpSpPr>
        <p:cxnSp>
          <p:nvCxnSpPr>
            <p:cNvPr id="264" name="Google Shape;264;p22"/>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265" name="Google Shape;265;p22"/>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66" name="Shape 266"/>
        <p:cNvGrpSpPr/>
        <p:nvPr/>
      </p:nvGrpSpPr>
      <p:grpSpPr>
        <a:xfrm>
          <a:off x="0" y="0"/>
          <a:ext cx="0" cy="0"/>
          <a:chOff x="0" y="0"/>
          <a:chExt cx="0" cy="0"/>
        </a:xfrm>
      </p:grpSpPr>
      <p:grpSp>
        <p:nvGrpSpPr>
          <p:cNvPr id="267" name="Google Shape;267;p23"/>
          <p:cNvGrpSpPr/>
          <p:nvPr/>
        </p:nvGrpSpPr>
        <p:grpSpPr>
          <a:xfrm rot="10800000">
            <a:off x="146400" y="82500"/>
            <a:ext cx="2989125" cy="4123875"/>
            <a:chOff x="6666350" y="917675"/>
            <a:chExt cx="2989125" cy="4123875"/>
          </a:xfrm>
        </p:grpSpPr>
        <p:sp>
          <p:nvSpPr>
            <p:cNvPr id="268" name="Google Shape;268;p23"/>
            <p:cNvSpPr/>
            <p:nvPr/>
          </p:nvSpPr>
          <p:spPr>
            <a:xfrm flipH="1">
              <a:off x="9428675" y="393800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69" name="Google Shape;269;p23"/>
            <p:cNvSpPr/>
            <p:nvPr/>
          </p:nvSpPr>
          <p:spPr>
            <a:xfrm flipH="1">
              <a:off x="9266675" y="489005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70" name="Google Shape;270;p23"/>
            <p:cNvSpPr/>
            <p:nvPr/>
          </p:nvSpPr>
          <p:spPr>
            <a:xfrm flipH="1">
              <a:off x="8676125" y="4927700"/>
              <a:ext cx="76200" cy="762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71" name="Google Shape;271;p23"/>
            <p:cNvSpPr/>
            <p:nvPr/>
          </p:nvSpPr>
          <p:spPr>
            <a:xfrm flipH="1">
              <a:off x="6666350" y="479435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272" name="Google Shape;272;p23"/>
            <p:cNvSpPr/>
            <p:nvPr/>
          </p:nvSpPr>
          <p:spPr>
            <a:xfrm flipH="1">
              <a:off x="9190475" y="917675"/>
              <a:ext cx="465000" cy="4650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grpSp>
        <p:nvGrpSpPr>
          <p:cNvPr id="273" name="Google Shape;273;p23"/>
          <p:cNvGrpSpPr/>
          <p:nvPr/>
        </p:nvGrpSpPr>
        <p:grpSpPr>
          <a:xfrm flipH="1">
            <a:off x="-22200" y="-9725"/>
            <a:ext cx="9188400" cy="5153273"/>
            <a:chOff x="-100" y="-9725"/>
            <a:chExt cx="9188400" cy="5143500"/>
          </a:xfrm>
        </p:grpSpPr>
        <p:cxnSp>
          <p:nvCxnSpPr>
            <p:cNvPr id="274" name="Google Shape;274;p23"/>
            <p:cNvCxnSpPr/>
            <p:nvPr/>
          </p:nvCxnSpPr>
          <p:spPr>
            <a:xfrm>
              <a:off x="272250" y="-9725"/>
              <a:ext cx="0" cy="5143500"/>
            </a:xfrm>
            <a:prstGeom prst="straightConnector1">
              <a:avLst/>
            </a:prstGeom>
            <a:noFill/>
            <a:ln cap="flat" cmpd="sng" w="19050">
              <a:solidFill>
                <a:schemeClr val="accent2"/>
              </a:solidFill>
              <a:prstDash val="solid"/>
              <a:round/>
              <a:headEnd len="med" w="med" type="none"/>
              <a:tailEnd len="med" w="med" type="none"/>
            </a:ln>
          </p:spPr>
        </p:cxnSp>
        <p:cxnSp>
          <p:nvCxnSpPr>
            <p:cNvPr id="275" name="Google Shape;275;p23"/>
            <p:cNvCxnSpPr/>
            <p:nvPr/>
          </p:nvCxnSpPr>
          <p:spPr>
            <a:xfrm rot="10800000">
              <a:off x="-100" y="4928275"/>
              <a:ext cx="9188400" cy="0"/>
            </a:xfrm>
            <a:prstGeom prst="straightConnector1">
              <a:avLst/>
            </a:prstGeom>
            <a:noFill/>
            <a:ln cap="flat" cmpd="sng" w="19050">
              <a:solidFill>
                <a:schemeClr val="accent2"/>
              </a:solidFill>
              <a:prstDash val="solid"/>
              <a:round/>
              <a:headEnd len="med" w="med" type="none"/>
              <a:tailEnd len="med" w="med"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1pPr>
            <a:lvl2pPr lvl="1" rtl="0" algn="ctr">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2pPr>
            <a:lvl3pPr lvl="2" rtl="0" algn="ctr">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3pPr>
            <a:lvl4pPr lvl="3" rtl="0" algn="ctr">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4pPr>
            <a:lvl5pPr lvl="4" rtl="0" algn="ctr">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5pPr>
            <a:lvl6pPr lvl="5" rtl="0" algn="ctr">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6pPr>
            <a:lvl7pPr lvl="6" rtl="0" algn="ctr">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7pPr>
            <a:lvl8pPr lvl="7" rtl="0" algn="ctr">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8pPr>
            <a:lvl9pPr lvl="8" rtl="0" algn="ctr">
              <a:spcBef>
                <a:spcPts val="0"/>
              </a:spcBef>
              <a:spcAft>
                <a:spcPts val="0"/>
              </a:spcAft>
              <a:buClr>
                <a:schemeClr val="dk1"/>
              </a:buClr>
              <a:buSzPts val="3000"/>
              <a:buFont typeface="Sofia Sans SemiBold"/>
              <a:buNone/>
              <a:defRPr sz="3000">
                <a:solidFill>
                  <a:schemeClr val="dk1"/>
                </a:solidFill>
                <a:latin typeface="Sofia Sans SemiBold"/>
                <a:ea typeface="Sofia Sans SemiBold"/>
                <a:cs typeface="Sofia Sans SemiBold"/>
                <a:sym typeface="Sofia Sans SemiBol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1pPr>
            <a:lvl2pPr indent="-304800" lvl="1" marL="9144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2pPr>
            <a:lvl3pPr indent="-304800" lvl="2" marL="13716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3pPr>
            <a:lvl4pPr indent="-304800" lvl="3" marL="18288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4pPr>
            <a:lvl5pPr indent="-304800" lvl="4" marL="22860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5pPr>
            <a:lvl6pPr indent="-304800" lvl="5" marL="27432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6pPr>
            <a:lvl7pPr indent="-304800" lvl="6" marL="32004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7pPr>
            <a:lvl8pPr indent="-304800" lvl="7" marL="36576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8pPr>
            <a:lvl9pPr indent="-304800" lvl="8" marL="4114800">
              <a:lnSpc>
                <a:spcPct val="100000"/>
              </a:lnSpc>
              <a:spcBef>
                <a:spcPts val="0"/>
              </a:spcBef>
              <a:spcAft>
                <a:spcPts val="0"/>
              </a:spcAft>
              <a:buClr>
                <a:schemeClr val="dk1"/>
              </a:buClr>
              <a:buSzPts val="1200"/>
              <a:buFont typeface="Libre Franklin"/>
              <a:buChar char="■"/>
              <a:defRPr sz="1200">
                <a:solidFill>
                  <a:schemeClr val="dk1"/>
                </a:solidFill>
                <a:latin typeface="Libre Franklin"/>
                <a:ea typeface="Libre Franklin"/>
                <a:cs typeface="Libre Franklin"/>
                <a:sym typeface="Libre Frankli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4"/>
          <p:cNvSpPr txBox="1"/>
          <p:nvPr>
            <p:ph type="ctrTitle"/>
          </p:nvPr>
        </p:nvSpPr>
        <p:spPr>
          <a:xfrm>
            <a:off x="3898750" y="1246575"/>
            <a:ext cx="4532100" cy="13668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b="1" lang="en"/>
              <a:t>Reddit API Scarper</a:t>
            </a:r>
            <a:endParaRPr b="1" sz="2500"/>
          </a:p>
        </p:txBody>
      </p:sp>
      <p:sp>
        <p:nvSpPr>
          <p:cNvPr id="281" name="Google Shape;281;p24"/>
          <p:cNvSpPr txBox="1"/>
          <p:nvPr>
            <p:ph idx="1" type="subTitle"/>
          </p:nvPr>
        </p:nvSpPr>
        <p:spPr>
          <a:xfrm>
            <a:off x="4561300" y="3431375"/>
            <a:ext cx="3207000" cy="722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Camilio Mercado</a:t>
            </a:r>
            <a:endParaRPr/>
          </a:p>
          <a:p>
            <a:pPr indent="0" lvl="0" marL="0" rtl="0" algn="ctr">
              <a:spcBef>
                <a:spcPts val="0"/>
              </a:spcBef>
              <a:spcAft>
                <a:spcPts val="0"/>
              </a:spcAft>
              <a:buNone/>
            </a:pPr>
            <a:r>
              <a:rPr lang="en"/>
              <a:t>Pablo Alfaro</a:t>
            </a:r>
            <a:endParaRPr/>
          </a:p>
          <a:p>
            <a:pPr indent="0" lvl="0" marL="0" rtl="0" algn="ctr">
              <a:spcBef>
                <a:spcPts val="0"/>
              </a:spcBef>
              <a:spcAft>
                <a:spcPts val="0"/>
              </a:spcAft>
              <a:buNone/>
            </a:pPr>
            <a:r>
              <a:rPr lang="en"/>
              <a:t>Hamza Ben Amara</a:t>
            </a:r>
            <a:endParaRPr/>
          </a:p>
        </p:txBody>
      </p:sp>
      <p:pic>
        <p:nvPicPr>
          <p:cNvPr id="282" name="Google Shape;282;p24"/>
          <p:cNvPicPr preferRelativeResize="0"/>
          <p:nvPr/>
        </p:nvPicPr>
        <p:blipFill>
          <a:blip r:embed="rId3">
            <a:alphaModFix/>
          </a:blip>
          <a:stretch>
            <a:fillRect/>
          </a:stretch>
        </p:blipFill>
        <p:spPr>
          <a:xfrm>
            <a:off x="669888" y="757212"/>
            <a:ext cx="3117649" cy="3566624"/>
          </a:xfrm>
          <a:prstGeom prst="rect">
            <a:avLst/>
          </a:prstGeom>
          <a:noFill/>
          <a:ln>
            <a:noFill/>
          </a:ln>
        </p:spPr>
      </p:pic>
      <p:sp>
        <p:nvSpPr>
          <p:cNvPr id="283" name="Google Shape;283;p24"/>
          <p:cNvSpPr txBox="1"/>
          <p:nvPr>
            <p:ph type="ctrTitle"/>
          </p:nvPr>
        </p:nvSpPr>
        <p:spPr>
          <a:xfrm>
            <a:off x="270375" y="4672175"/>
            <a:ext cx="19242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en" sz="1000"/>
              <a:t>Web and Social Media Analytics</a:t>
            </a:r>
            <a:endParaRPr i="1" sz="1000"/>
          </a:p>
        </p:txBody>
      </p:sp>
      <p:sp>
        <p:nvSpPr>
          <p:cNvPr id="284" name="Google Shape;284;p24"/>
          <p:cNvSpPr txBox="1"/>
          <p:nvPr>
            <p:ph type="ctrTitle"/>
          </p:nvPr>
        </p:nvSpPr>
        <p:spPr>
          <a:xfrm>
            <a:off x="8365800" y="4672175"/>
            <a:ext cx="778200" cy="307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i="1" lang="en" sz="1000"/>
              <a:t>May 2025</a:t>
            </a:r>
            <a:endParaRPr i="1" sz="1000"/>
          </a:p>
        </p:txBody>
      </p:sp>
      <p:sp>
        <p:nvSpPr>
          <p:cNvPr id="285" name="Google Shape;285;p24"/>
          <p:cNvSpPr txBox="1"/>
          <p:nvPr/>
        </p:nvSpPr>
        <p:spPr>
          <a:xfrm>
            <a:off x="5806600" y="2831575"/>
            <a:ext cx="716400" cy="3816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b="1" lang="en" sz="1600">
                <a:solidFill>
                  <a:schemeClr val="dk1"/>
                </a:solidFill>
                <a:latin typeface="Sofia Sans"/>
                <a:ea typeface="Sofia Sans"/>
                <a:cs typeface="Sofia Sans"/>
                <a:sym typeface="Sofia Sans"/>
              </a:rPr>
              <a:t>BADS</a:t>
            </a:r>
            <a:endParaRPr b="1" sz="1600">
              <a:solidFill>
                <a:schemeClr val="dk1"/>
              </a:solidFill>
              <a:latin typeface="Sofia Sans"/>
              <a:ea typeface="Sofia Sans"/>
              <a:cs typeface="Sofia Sans"/>
              <a:sym typeface="Sofi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t>
            </a:r>
            <a:r>
              <a:rPr lang="en"/>
              <a:t>able of contents</a:t>
            </a:r>
            <a:endParaRPr/>
          </a:p>
        </p:txBody>
      </p:sp>
      <p:sp>
        <p:nvSpPr>
          <p:cNvPr id="291" name="Google Shape;291;p25"/>
          <p:cNvSpPr txBox="1"/>
          <p:nvPr>
            <p:ph idx="2" type="title"/>
          </p:nvPr>
        </p:nvSpPr>
        <p:spPr>
          <a:xfrm>
            <a:off x="1618650" y="1480883"/>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92" name="Google Shape;292;p25"/>
          <p:cNvSpPr txBox="1"/>
          <p:nvPr>
            <p:ph idx="3" type="title"/>
          </p:nvPr>
        </p:nvSpPr>
        <p:spPr>
          <a:xfrm>
            <a:off x="1618650" y="2914291"/>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293" name="Google Shape;293;p25"/>
          <p:cNvSpPr txBox="1"/>
          <p:nvPr>
            <p:ph idx="4" type="title"/>
          </p:nvPr>
        </p:nvSpPr>
        <p:spPr>
          <a:xfrm>
            <a:off x="4204650" y="1480883"/>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94" name="Google Shape;294;p25"/>
          <p:cNvSpPr txBox="1"/>
          <p:nvPr>
            <p:ph idx="5" type="title"/>
          </p:nvPr>
        </p:nvSpPr>
        <p:spPr>
          <a:xfrm>
            <a:off x="4204650" y="2914291"/>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295" name="Google Shape;295;p25"/>
          <p:cNvSpPr txBox="1"/>
          <p:nvPr>
            <p:ph idx="6" type="title"/>
          </p:nvPr>
        </p:nvSpPr>
        <p:spPr>
          <a:xfrm>
            <a:off x="6790650" y="1480883"/>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96" name="Google Shape;296;p25"/>
          <p:cNvSpPr txBox="1"/>
          <p:nvPr>
            <p:ph idx="7" type="title"/>
          </p:nvPr>
        </p:nvSpPr>
        <p:spPr>
          <a:xfrm>
            <a:off x="6790650" y="2914291"/>
            <a:ext cx="734700" cy="447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297" name="Google Shape;297;p25"/>
          <p:cNvSpPr txBox="1"/>
          <p:nvPr>
            <p:ph idx="1" type="subTitle"/>
          </p:nvPr>
        </p:nvSpPr>
        <p:spPr>
          <a:xfrm>
            <a:off x="720000" y="1959025"/>
            <a:ext cx="2532000" cy="4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Business &amp; Context</a:t>
            </a:r>
            <a:endParaRPr/>
          </a:p>
        </p:txBody>
      </p:sp>
      <p:sp>
        <p:nvSpPr>
          <p:cNvPr id="298" name="Google Shape;298;p25"/>
          <p:cNvSpPr txBox="1"/>
          <p:nvPr>
            <p:ph idx="8" type="subTitle"/>
          </p:nvPr>
        </p:nvSpPr>
        <p:spPr>
          <a:xfrm>
            <a:off x="3306000" y="1959025"/>
            <a:ext cx="2532000" cy="4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Definition of the idea</a:t>
            </a:r>
            <a:endParaRPr/>
          </a:p>
        </p:txBody>
      </p:sp>
      <p:sp>
        <p:nvSpPr>
          <p:cNvPr id="299" name="Google Shape;299;p25"/>
          <p:cNvSpPr txBox="1"/>
          <p:nvPr>
            <p:ph idx="9" type="subTitle"/>
          </p:nvPr>
        </p:nvSpPr>
        <p:spPr>
          <a:xfrm>
            <a:off x="5892000" y="1959025"/>
            <a:ext cx="2532000" cy="4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Dataset description</a:t>
            </a:r>
            <a:endParaRPr/>
          </a:p>
        </p:txBody>
      </p:sp>
      <p:sp>
        <p:nvSpPr>
          <p:cNvPr id="300" name="Google Shape;300;p25"/>
          <p:cNvSpPr txBox="1"/>
          <p:nvPr>
            <p:ph idx="13" type="subTitle"/>
          </p:nvPr>
        </p:nvSpPr>
        <p:spPr>
          <a:xfrm>
            <a:off x="720000" y="3391139"/>
            <a:ext cx="2532000" cy="4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Analysis &amp; Motivation</a:t>
            </a:r>
            <a:endParaRPr/>
          </a:p>
        </p:txBody>
      </p:sp>
      <p:sp>
        <p:nvSpPr>
          <p:cNvPr id="301" name="Google Shape;301;p25"/>
          <p:cNvSpPr txBox="1"/>
          <p:nvPr>
            <p:ph idx="14" type="subTitle"/>
          </p:nvPr>
        </p:nvSpPr>
        <p:spPr>
          <a:xfrm>
            <a:off x="3306000" y="3391139"/>
            <a:ext cx="2532000" cy="4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Methods &amp; Strategies adopted</a:t>
            </a:r>
            <a:endParaRPr/>
          </a:p>
        </p:txBody>
      </p:sp>
      <p:sp>
        <p:nvSpPr>
          <p:cNvPr id="302" name="Google Shape;302;p25"/>
          <p:cNvSpPr txBox="1"/>
          <p:nvPr>
            <p:ph idx="15" type="subTitle"/>
          </p:nvPr>
        </p:nvSpPr>
        <p:spPr>
          <a:xfrm>
            <a:off x="5892000" y="3391139"/>
            <a:ext cx="2532000" cy="44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Conclusion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6"/>
          <p:cNvSpPr/>
          <p:nvPr/>
        </p:nvSpPr>
        <p:spPr>
          <a:xfrm>
            <a:off x="-2226625" y="144780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308" name="Google Shape;308;p26"/>
          <p:cNvSpPr txBox="1"/>
          <p:nvPr>
            <p:ph type="title"/>
          </p:nvPr>
        </p:nvSpPr>
        <p:spPr>
          <a:xfrm>
            <a:off x="4573225" y="2218913"/>
            <a:ext cx="3857700" cy="162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Sofia Sans"/>
                <a:ea typeface="Sofia Sans"/>
                <a:cs typeface="Sofia Sans"/>
                <a:sym typeface="Sofia Sans"/>
              </a:rPr>
              <a:t>Business &amp; Context</a:t>
            </a:r>
            <a:endParaRPr>
              <a:latin typeface="Sofia Sans"/>
              <a:ea typeface="Sofia Sans"/>
              <a:cs typeface="Sofia Sans"/>
              <a:sym typeface="Sofia Sans"/>
            </a:endParaRPr>
          </a:p>
        </p:txBody>
      </p:sp>
      <p:sp>
        <p:nvSpPr>
          <p:cNvPr id="309" name="Google Shape;309;p26"/>
          <p:cNvSpPr txBox="1"/>
          <p:nvPr>
            <p:ph idx="2" type="title"/>
          </p:nvPr>
        </p:nvSpPr>
        <p:spPr>
          <a:xfrm>
            <a:off x="5764825" y="1297988"/>
            <a:ext cx="14745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pic>
        <p:nvPicPr>
          <p:cNvPr id="310" name="Google Shape;310;p26"/>
          <p:cNvPicPr preferRelativeResize="0"/>
          <p:nvPr/>
        </p:nvPicPr>
        <p:blipFill>
          <a:blip r:embed="rId3">
            <a:alphaModFix/>
          </a:blip>
          <a:stretch>
            <a:fillRect/>
          </a:stretch>
        </p:blipFill>
        <p:spPr>
          <a:xfrm>
            <a:off x="677450" y="2200486"/>
            <a:ext cx="3524400" cy="2861813"/>
          </a:xfrm>
          <a:prstGeom prst="rect">
            <a:avLst/>
          </a:prstGeom>
          <a:noFill/>
          <a:ln>
            <a:noFill/>
          </a:ln>
        </p:spPr>
      </p:pic>
      <p:grpSp>
        <p:nvGrpSpPr>
          <p:cNvPr id="311" name="Google Shape;311;p26"/>
          <p:cNvGrpSpPr/>
          <p:nvPr/>
        </p:nvGrpSpPr>
        <p:grpSpPr>
          <a:xfrm>
            <a:off x="1808250" y="703950"/>
            <a:ext cx="1272750" cy="1059825"/>
            <a:chOff x="1808250" y="703950"/>
            <a:chExt cx="1272750" cy="1059825"/>
          </a:xfrm>
        </p:grpSpPr>
        <p:sp>
          <p:nvSpPr>
            <p:cNvPr id="312" name="Google Shape;312;p26"/>
            <p:cNvSpPr/>
            <p:nvPr/>
          </p:nvSpPr>
          <p:spPr>
            <a:xfrm>
              <a:off x="1808250" y="703950"/>
              <a:ext cx="586800" cy="58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313" name="Google Shape;313;p26"/>
            <p:cNvSpPr/>
            <p:nvPr/>
          </p:nvSpPr>
          <p:spPr>
            <a:xfrm>
              <a:off x="2854200" y="1536975"/>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Business &amp; Context</a:t>
            </a:r>
            <a:endParaRPr/>
          </a:p>
        </p:txBody>
      </p:sp>
      <p:sp>
        <p:nvSpPr>
          <p:cNvPr id="319" name="Google Shape;319;p27"/>
          <p:cNvSpPr txBox="1"/>
          <p:nvPr>
            <p:ph idx="2" type="subTitle"/>
          </p:nvPr>
        </p:nvSpPr>
        <p:spPr>
          <a:xfrm>
            <a:off x="979025" y="1306800"/>
            <a:ext cx="4986300" cy="2770500"/>
          </a:xfrm>
          <a:prstGeom prst="rect">
            <a:avLst/>
          </a:prstGeom>
        </p:spPr>
        <p:txBody>
          <a:bodyPr anchorCtr="0" anchor="t" bIns="91425" lIns="91425" spcFirstLastPara="1" rIns="91425" wrap="square" tIns="91425">
            <a:spAutoFit/>
          </a:bodyPr>
          <a:lstStyle/>
          <a:p>
            <a:pPr indent="0" lvl="0" marL="0" rtl="0" algn="just">
              <a:spcBef>
                <a:spcPts val="0"/>
              </a:spcBef>
              <a:spcAft>
                <a:spcPts val="0"/>
              </a:spcAft>
              <a:buNone/>
            </a:pPr>
            <a:r>
              <a:rPr lang="en"/>
              <a:t>In today’s tech and digital environment, brands and products in the sportswear industry, especially football boots are subject to constant scrutiny and discussion on social media platforms. Understanding how consumers perceive these products in online spaces can provide strategic insights for marketing, product design, and customer engagement.</a:t>
            </a:r>
            <a:endParaRPr/>
          </a:p>
          <a:p>
            <a:pPr indent="0" lvl="0" marL="0" rtl="0" algn="just">
              <a:spcBef>
                <a:spcPts val="0"/>
              </a:spcBef>
              <a:spcAft>
                <a:spcPts val="0"/>
              </a:spcAft>
              <a:buNone/>
            </a:pPr>
            <a:r>
              <a:t/>
            </a:r>
            <a:endParaRPr/>
          </a:p>
          <a:p>
            <a:pPr indent="0" lvl="0" marL="0" rtl="0" algn="just">
              <a:spcBef>
                <a:spcPts val="0"/>
              </a:spcBef>
              <a:spcAft>
                <a:spcPts val="0"/>
              </a:spcAft>
              <a:buNone/>
            </a:pPr>
            <a:r>
              <a:rPr b="1" lang="en"/>
              <a:t>Reddit</a:t>
            </a:r>
            <a:r>
              <a:rPr lang="en"/>
              <a:t>, being a popular platform for authentic and in online discussions, offers valuable qualitative data. </a:t>
            </a:r>
            <a:endParaRPr/>
          </a:p>
          <a:p>
            <a:pPr indent="0" lvl="0" marL="0" rtl="0" algn="just">
              <a:spcBef>
                <a:spcPts val="0"/>
              </a:spcBef>
              <a:spcAft>
                <a:spcPts val="0"/>
              </a:spcAft>
              <a:buNone/>
            </a:pPr>
            <a:r>
              <a:t/>
            </a:r>
            <a:endParaRPr/>
          </a:p>
          <a:p>
            <a:pPr indent="0" lvl="0" marL="0" rtl="0" algn="just">
              <a:spcBef>
                <a:spcPts val="0"/>
              </a:spcBef>
              <a:spcAft>
                <a:spcPts val="0"/>
              </a:spcAft>
              <a:buNone/>
            </a:pPr>
            <a:r>
              <a:rPr lang="en"/>
              <a:t>By analyzing Reddit posts and comments related to "Top 90 football boots", businesses can uncover trends in consumer preferences, identify brand perception gaps, and better align product offerings with market expectations.</a:t>
            </a:r>
            <a:endParaRPr/>
          </a:p>
        </p:txBody>
      </p:sp>
      <p:sp>
        <p:nvSpPr>
          <p:cNvPr id="320" name="Google Shape;320;p27"/>
          <p:cNvSpPr/>
          <p:nvPr/>
        </p:nvSpPr>
        <p:spPr>
          <a:xfrm flipH="1" rot="10800000">
            <a:off x="5620375" y="318670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321" name="Google Shape;321;p27"/>
          <p:cNvSpPr/>
          <p:nvPr/>
        </p:nvSpPr>
        <p:spPr>
          <a:xfrm rot="10800000">
            <a:off x="7893450" y="1329950"/>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322" name="Google Shape;322;p27"/>
          <p:cNvSpPr/>
          <p:nvPr/>
        </p:nvSpPr>
        <p:spPr>
          <a:xfrm rot="10800000">
            <a:off x="827525" y="4317350"/>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pic>
        <p:nvPicPr>
          <p:cNvPr id="323" name="Google Shape;323;p27"/>
          <p:cNvPicPr preferRelativeResize="0"/>
          <p:nvPr/>
        </p:nvPicPr>
        <p:blipFill>
          <a:blip r:embed="rId3">
            <a:alphaModFix/>
          </a:blip>
          <a:stretch>
            <a:fillRect/>
          </a:stretch>
        </p:blipFill>
        <p:spPr>
          <a:xfrm>
            <a:off x="6670725" y="1868975"/>
            <a:ext cx="1768500" cy="3071974"/>
          </a:xfrm>
          <a:prstGeom prst="rect">
            <a:avLst/>
          </a:prstGeom>
          <a:noFill/>
          <a:ln>
            <a:noFill/>
          </a:ln>
        </p:spPr>
      </p:pic>
      <p:pic>
        <p:nvPicPr>
          <p:cNvPr id="324" name="Google Shape;324;p27"/>
          <p:cNvPicPr preferRelativeResize="0"/>
          <p:nvPr/>
        </p:nvPicPr>
        <p:blipFill rotWithShape="1">
          <a:blip r:embed="rId4">
            <a:alphaModFix/>
          </a:blip>
          <a:srcRect b="13353" l="25032" r="25152" t="10734"/>
          <a:stretch/>
        </p:blipFill>
        <p:spPr>
          <a:xfrm>
            <a:off x="7709000" y="383551"/>
            <a:ext cx="819675" cy="832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8"/>
          <p:cNvSpPr/>
          <p:nvPr/>
        </p:nvSpPr>
        <p:spPr>
          <a:xfrm>
            <a:off x="-2226625" y="144780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330" name="Google Shape;330;p28"/>
          <p:cNvSpPr txBox="1"/>
          <p:nvPr>
            <p:ph type="title"/>
          </p:nvPr>
        </p:nvSpPr>
        <p:spPr>
          <a:xfrm>
            <a:off x="4573225" y="2218913"/>
            <a:ext cx="3857700" cy="162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Sofia Sans"/>
                <a:ea typeface="Sofia Sans"/>
                <a:cs typeface="Sofia Sans"/>
                <a:sym typeface="Sofia Sans"/>
              </a:rPr>
              <a:t>Definition of the idea</a:t>
            </a:r>
            <a:endParaRPr b="1">
              <a:latin typeface="Sofia Sans"/>
              <a:ea typeface="Sofia Sans"/>
              <a:cs typeface="Sofia Sans"/>
              <a:sym typeface="Sofia Sans"/>
            </a:endParaRPr>
          </a:p>
        </p:txBody>
      </p:sp>
      <p:sp>
        <p:nvSpPr>
          <p:cNvPr id="331" name="Google Shape;331;p28"/>
          <p:cNvSpPr txBox="1"/>
          <p:nvPr>
            <p:ph idx="2" type="title"/>
          </p:nvPr>
        </p:nvSpPr>
        <p:spPr>
          <a:xfrm>
            <a:off x="5764825" y="1297988"/>
            <a:ext cx="14745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grpSp>
        <p:nvGrpSpPr>
          <p:cNvPr id="332" name="Google Shape;332;p28"/>
          <p:cNvGrpSpPr/>
          <p:nvPr/>
        </p:nvGrpSpPr>
        <p:grpSpPr>
          <a:xfrm>
            <a:off x="1808250" y="703950"/>
            <a:ext cx="1272750" cy="1059825"/>
            <a:chOff x="1808250" y="703950"/>
            <a:chExt cx="1272750" cy="1059825"/>
          </a:xfrm>
        </p:grpSpPr>
        <p:sp>
          <p:nvSpPr>
            <p:cNvPr id="333" name="Google Shape;333;p28"/>
            <p:cNvSpPr/>
            <p:nvPr/>
          </p:nvSpPr>
          <p:spPr>
            <a:xfrm>
              <a:off x="1808250" y="703950"/>
              <a:ext cx="586800" cy="58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334" name="Google Shape;334;p28"/>
            <p:cNvSpPr/>
            <p:nvPr/>
          </p:nvSpPr>
          <p:spPr>
            <a:xfrm>
              <a:off x="2854200" y="1536975"/>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pic>
        <p:nvPicPr>
          <p:cNvPr id="335" name="Google Shape;335;p28"/>
          <p:cNvPicPr preferRelativeResize="0"/>
          <p:nvPr/>
        </p:nvPicPr>
        <p:blipFill>
          <a:blip r:embed="rId3">
            <a:alphaModFix/>
          </a:blip>
          <a:stretch>
            <a:fillRect/>
          </a:stretch>
        </p:blipFill>
        <p:spPr>
          <a:xfrm>
            <a:off x="606300" y="1447800"/>
            <a:ext cx="2092000" cy="32348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Definition of the idea</a:t>
            </a:r>
            <a:endParaRPr/>
          </a:p>
        </p:txBody>
      </p:sp>
      <p:sp>
        <p:nvSpPr>
          <p:cNvPr id="341" name="Google Shape;341;p29"/>
          <p:cNvSpPr txBox="1"/>
          <p:nvPr>
            <p:ph idx="1" type="subTitle"/>
          </p:nvPr>
        </p:nvSpPr>
        <p:spPr>
          <a:xfrm>
            <a:off x="599500" y="1264625"/>
            <a:ext cx="5642400" cy="2401200"/>
          </a:xfrm>
          <a:prstGeom prst="rect">
            <a:avLst/>
          </a:prstGeom>
        </p:spPr>
        <p:txBody>
          <a:bodyPr anchorCtr="0" anchor="t" bIns="91425" lIns="91425" spcFirstLastPara="1" rIns="91425" wrap="square" tIns="91425">
            <a:spAutoFit/>
          </a:bodyPr>
          <a:lstStyle/>
          <a:p>
            <a:pPr indent="0" lvl="0" marL="0" rtl="0" algn="just">
              <a:spcBef>
                <a:spcPts val="0"/>
              </a:spcBef>
              <a:spcAft>
                <a:spcPts val="0"/>
              </a:spcAft>
              <a:buNone/>
            </a:pPr>
            <a:r>
              <a:rPr lang="en"/>
              <a:t>The core idea of this project is to leverage Reddit data to perform a sentiment and content analysis of discussions around top football boots.</a:t>
            </a:r>
            <a:br>
              <a:rPr lang="en"/>
            </a:br>
            <a:endParaRPr/>
          </a:p>
          <a:p>
            <a:pPr indent="0" lvl="0" marL="0" rtl="0" algn="just">
              <a:spcBef>
                <a:spcPts val="0"/>
              </a:spcBef>
              <a:spcAft>
                <a:spcPts val="0"/>
              </a:spcAft>
              <a:buNone/>
            </a:pPr>
            <a:r>
              <a:rPr lang="en"/>
              <a:t>This analysis aims to:</a:t>
            </a:r>
            <a:endParaRPr/>
          </a:p>
          <a:p>
            <a:pPr indent="0" lvl="0" marL="0" rtl="0" algn="just">
              <a:spcBef>
                <a:spcPts val="0"/>
              </a:spcBef>
              <a:spcAft>
                <a:spcPts val="0"/>
              </a:spcAft>
              <a:buNone/>
            </a:pPr>
            <a:r>
              <a:t/>
            </a:r>
            <a:endParaRPr/>
          </a:p>
          <a:p>
            <a:pPr indent="-304800" lvl="0" marL="457200" rtl="0" algn="just">
              <a:spcBef>
                <a:spcPts val="0"/>
              </a:spcBef>
              <a:spcAft>
                <a:spcPts val="0"/>
              </a:spcAft>
              <a:buSzPts val="1200"/>
              <a:buChar char="●"/>
            </a:pPr>
            <a:r>
              <a:rPr lang="en"/>
              <a:t>Extract public opinions and perceptions on leading football boots</a:t>
            </a:r>
            <a:endParaRPr/>
          </a:p>
          <a:p>
            <a:pPr indent="-304800" lvl="0" marL="457200" rtl="0" algn="just">
              <a:spcBef>
                <a:spcPts val="0"/>
              </a:spcBef>
              <a:spcAft>
                <a:spcPts val="0"/>
              </a:spcAft>
              <a:buSzPts val="1200"/>
              <a:buChar char="●"/>
            </a:pPr>
            <a:r>
              <a:rPr lang="en"/>
              <a:t>Identify recurring themes such as price sensitivity, design appeal, and performance</a:t>
            </a:r>
            <a:endParaRPr/>
          </a:p>
          <a:p>
            <a:pPr indent="-304800" lvl="0" marL="457200" rtl="0" algn="just">
              <a:spcBef>
                <a:spcPts val="0"/>
              </a:spcBef>
              <a:spcAft>
                <a:spcPts val="0"/>
              </a:spcAft>
              <a:buSzPts val="1200"/>
              <a:buChar char="●"/>
            </a:pPr>
            <a:r>
              <a:rPr lang="en"/>
              <a:t>Help sportswear brands make data-driven decisions in product development and marketing</a:t>
            </a:r>
            <a:endParaRPr/>
          </a:p>
          <a:p>
            <a:pPr indent="-304800" lvl="0" marL="457200" rtl="0" algn="just">
              <a:spcBef>
                <a:spcPts val="0"/>
              </a:spcBef>
              <a:spcAft>
                <a:spcPts val="0"/>
              </a:spcAft>
              <a:buSzPts val="1200"/>
              <a:buChar char="●"/>
            </a:pPr>
            <a:r>
              <a:rPr lang="en"/>
              <a:t>This project provides a practical case of web and social media analytics applied to consumer behavior in the sports apparel market.</a:t>
            </a:r>
            <a:endParaRPr/>
          </a:p>
        </p:txBody>
      </p:sp>
      <p:pic>
        <p:nvPicPr>
          <p:cNvPr id="342" name="Google Shape;342;p29"/>
          <p:cNvPicPr preferRelativeResize="0"/>
          <p:nvPr/>
        </p:nvPicPr>
        <p:blipFill>
          <a:blip r:embed="rId3">
            <a:alphaModFix/>
          </a:blip>
          <a:stretch>
            <a:fillRect/>
          </a:stretch>
        </p:blipFill>
        <p:spPr>
          <a:xfrm>
            <a:off x="6476821" y="3005702"/>
            <a:ext cx="1777850" cy="1557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0"/>
          <p:cNvSpPr/>
          <p:nvPr/>
        </p:nvSpPr>
        <p:spPr>
          <a:xfrm>
            <a:off x="-2226625" y="144780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348" name="Google Shape;348;p30"/>
          <p:cNvSpPr txBox="1"/>
          <p:nvPr>
            <p:ph type="title"/>
          </p:nvPr>
        </p:nvSpPr>
        <p:spPr>
          <a:xfrm>
            <a:off x="4573225" y="2218913"/>
            <a:ext cx="3857700" cy="162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Sofia Sans"/>
                <a:ea typeface="Sofia Sans"/>
                <a:cs typeface="Sofia Sans"/>
                <a:sym typeface="Sofia Sans"/>
              </a:rPr>
              <a:t>Dataset description</a:t>
            </a:r>
            <a:endParaRPr b="1">
              <a:latin typeface="Sofia Sans"/>
              <a:ea typeface="Sofia Sans"/>
              <a:cs typeface="Sofia Sans"/>
              <a:sym typeface="Sofia Sans"/>
            </a:endParaRPr>
          </a:p>
        </p:txBody>
      </p:sp>
      <p:sp>
        <p:nvSpPr>
          <p:cNvPr id="349" name="Google Shape;349;p30"/>
          <p:cNvSpPr txBox="1"/>
          <p:nvPr>
            <p:ph idx="2" type="title"/>
          </p:nvPr>
        </p:nvSpPr>
        <p:spPr>
          <a:xfrm>
            <a:off x="5764825" y="1297988"/>
            <a:ext cx="14745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grpSp>
        <p:nvGrpSpPr>
          <p:cNvPr id="350" name="Google Shape;350;p30"/>
          <p:cNvGrpSpPr/>
          <p:nvPr/>
        </p:nvGrpSpPr>
        <p:grpSpPr>
          <a:xfrm>
            <a:off x="1808250" y="703950"/>
            <a:ext cx="1272750" cy="1059825"/>
            <a:chOff x="1808250" y="703950"/>
            <a:chExt cx="1272750" cy="1059825"/>
          </a:xfrm>
        </p:grpSpPr>
        <p:sp>
          <p:nvSpPr>
            <p:cNvPr id="351" name="Google Shape;351;p30"/>
            <p:cNvSpPr/>
            <p:nvPr/>
          </p:nvSpPr>
          <p:spPr>
            <a:xfrm>
              <a:off x="1808250" y="703950"/>
              <a:ext cx="586800" cy="58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352" name="Google Shape;352;p30"/>
            <p:cNvSpPr/>
            <p:nvPr/>
          </p:nvSpPr>
          <p:spPr>
            <a:xfrm>
              <a:off x="2854200" y="1536975"/>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pic>
        <p:nvPicPr>
          <p:cNvPr id="353" name="Google Shape;353;p30"/>
          <p:cNvPicPr preferRelativeResize="0"/>
          <p:nvPr/>
        </p:nvPicPr>
        <p:blipFill>
          <a:blip r:embed="rId3">
            <a:alphaModFix/>
          </a:blip>
          <a:stretch>
            <a:fillRect/>
          </a:stretch>
        </p:blipFill>
        <p:spPr>
          <a:xfrm>
            <a:off x="274975" y="1941413"/>
            <a:ext cx="3267150" cy="27770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3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description</a:t>
            </a:r>
            <a:endParaRPr/>
          </a:p>
        </p:txBody>
      </p:sp>
      <p:sp>
        <p:nvSpPr>
          <p:cNvPr id="359" name="Google Shape;359;p31"/>
          <p:cNvSpPr txBox="1"/>
          <p:nvPr>
            <p:ph idx="2" type="subTitle"/>
          </p:nvPr>
        </p:nvSpPr>
        <p:spPr>
          <a:xfrm>
            <a:off x="647850" y="1315700"/>
            <a:ext cx="7848300" cy="5541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i="1" lang="en"/>
              <a:t>The dataset was collected using a </a:t>
            </a:r>
            <a:r>
              <a:rPr b="1" i="1" lang="en"/>
              <a:t>Reddit </a:t>
            </a:r>
            <a:r>
              <a:rPr i="1" lang="en"/>
              <a:t>scraper written in </a:t>
            </a:r>
            <a:r>
              <a:rPr b="1" i="1" lang="en"/>
              <a:t>Python</a:t>
            </a:r>
            <a:r>
              <a:rPr i="1" lang="en"/>
              <a:t>. The script targeted posts and comments containing the keyword “Top 90 football boots” from relevant subreddits.</a:t>
            </a:r>
            <a:endParaRPr i="1"/>
          </a:p>
        </p:txBody>
      </p:sp>
      <p:sp>
        <p:nvSpPr>
          <p:cNvPr id="360" name="Google Shape;360;p31"/>
          <p:cNvSpPr txBox="1"/>
          <p:nvPr>
            <p:ph idx="4294967295" type="subTitle"/>
          </p:nvPr>
        </p:nvSpPr>
        <p:spPr>
          <a:xfrm>
            <a:off x="599500" y="1950425"/>
            <a:ext cx="5642400" cy="2650500"/>
          </a:xfrm>
          <a:prstGeom prst="rect">
            <a:avLst/>
          </a:prstGeom>
        </p:spPr>
        <p:txBody>
          <a:bodyPr anchorCtr="0" anchor="t" bIns="91425" lIns="91425" spcFirstLastPara="1" rIns="91425" wrap="square" tIns="91425">
            <a:spAutoFit/>
          </a:bodyPr>
          <a:lstStyle/>
          <a:p>
            <a:pPr indent="-304800" lvl="0" marL="457200" rtl="0" algn="just">
              <a:spcBef>
                <a:spcPts val="0"/>
              </a:spcBef>
              <a:spcAft>
                <a:spcPts val="0"/>
              </a:spcAft>
              <a:buSzPts val="1200"/>
              <a:buChar char="➔"/>
            </a:pPr>
            <a:r>
              <a:rPr b="1" lang="en"/>
              <a:t>After scraping:</a:t>
            </a:r>
            <a:endParaRPr b="1"/>
          </a:p>
          <a:p>
            <a:pPr indent="0" lvl="0" marL="0" rtl="0" algn="just">
              <a:spcBef>
                <a:spcPts val="0"/>
              </a:spcBef>
              <a:spcAft>
                <a:spcPts val="0"/>
              </a:spcAft>
              <a:buNone/>
            </a:pPr>
            <a:r>
              <a:t/>
            </a:r>
            <a:endParaRPr/>
          </a:p>
          <a:p>
            <a:pPr indent="-304800" lvl="0" marL="914400" rtl="0" algn="just">
              <a:lnSpc>
                <a:spcPct val="115000"/>
              </a:lnSpc>
              <a:spcBef>
                <a:spcPts val="0"/>
              </a:spcBef>
              <a:spcAft>
                <a:spcPts val="0"/>
              </a:spcAft>
              <a:buSzPts val="1200"/>
              <a:buChar char="●"/>
            </a:pPr>
            <a:r>
              <a:rPr lang="en"/>
              <a:t>Texts were cleaned by removing stop words, special characters, and links</a:t>
            </a:r>
            <a:endParaRPr/>
          </a:p>
          <a:p>
            <a:pPr indent="-304800" lvl="0" marL="914400" rtl="0" algn="just">
              <a:lnSpc>
                <a:spcPct val="115000"/>
              </a:lnSpc>
              <a:spcBef>
                <a:spcPts val="0"/>
              </a:spcBef>
              <a:spcAft>
                <a:spcPts val="0"/>
              </a:spcAft>
              <a:buSzPts val="1200"/>
              <a:buChar char="●"/>
            </a:pPr>
            <a:r>
              <a:rPr lang="en"/>
              <a:t>A sentiment score was assigned to each comment using VADER sentiment analysis</a:t>
            </a:r>
            <a:endParaRPr/>
          </a:p>
          <a:p>
            <a:pPr indent="-304800" lvl="0" marL="914400" rtl="0" algn="just">
              <a:lnSpc>
                <a:spcPct val="115000"/>
              </a:lnSpc>
              <a:spcBef>
                <a:spcPts val="0"/>
              </a:spcBef>
              <a:spcAft>
                <a:spcPts val="0"/>
              </a:spcAft>
              <a:buSzPts val="1200"/>
              <a:buChar char="●"/>
            </a:pPr>
            <a:r>
              <a:rPr lang="en"/>
              <a:t>Comments were classified as positive, negative, or neutral</a:t>
            </a:r>
            <a:endParaRPr/>
          </a:p>
          <a:p>
            <a:pPr indent="-304800" lvl="0" marL="914400" rtl="0" algn="just">
              <a:lnSpc>
                <a:spcPct val="115000"/>
              </a:lnSpc>
              <a:spcBef>
                <a:spcPts val="0"/>
              </a:spcBef>
              <a:spcAft>
                <a:spcPts val="0"/>
              </a:spcAft>
              <a:buSzPts val="1200"/>
              <a:buChar char="●"/>
            </a:pPr>
            <a:r>
              <a:rPr lang="en"/>
              <a:t>The resulting dataset includes:</a:t>
            </a:r>
            <a:endParaRPr/>
          </a:p>
          <a:p>
            <a:pPr indent="-304800" lvl="0" marL="914400" rtl="0" algn="just">
              <a:lnSpc>
                <a:spcPct val="115000"/>
              </a:lnSpc>
              <a:spcBef>
                <a:spcPts val="0"/>
              </a:spcBef>
              <a:spcAft>
                <a:spcPts val="0"/>
              </a:spcAft>
              <a:buSzPts val="1200"/>
              <a:buChar char="●"/>
            </a:pPr>
            <a:r>
              <a:rPr lang="en"/>
              <a:t>Reddit post titles</a:t>
            </a:r>
            <a:endParaRPr/>
          </a:p>
          <a:p>
            <a:pPr indent="-304800" lvl="0" marL="914400" rtl="0" algn="just">
              <a:lnSpc>
                <a:spcPct val="115000"/>
              </a:lnSpc>
              <a:spcBef>
                <a:spcPts val="0"/>
              </a:spcBef>
              <a:spcAft>
                <a:spcPts val="0"/>
              </a:spcAft>
              <a:buSzPts val="1200"/>
              <a:buChar char="●"/>
            </a:pPr>
            <a:r>
              <a:rPr lang="en"/>
              <a:t>Cleaned comment text</a:t>
            </a:r>
            <a:endParaRPr/>
          </a:p>
          <a:p>
            <a:pPr indent="-304800" lvl="0" marL="914400" rtl="0" algn="just">
              <a:lnSpc>
                <a:spcPct val="115000"/>
              </a:lnSpc>
              <a:spcBef>
                <a:spcPts val="0"/>
              </a:spcBef>
              <a:spcAft>
                <a:spcPts val="0"/>
              </a:spcAft>
              <a:buSzPts val="1200"/>
              <a:buChar char="●"/>
            </a:pPr>
            <a:r>
              <a:rPr lang="en"/>
              <a:t>Sentiment scores and categories</a:t>
            </a:r>
            <a:endParaRPr/>
          </a:p>
          <a:p>
            <a:pPr indent="-304800" lvl="0" marL="914400" rtl="0" algn="just">
              <a:lnSpc>
                <a:spcPct val="115000"/>
              </a:lnSpc>
              <a:spcBef>
                <a:spcPts val="0"/>
              </a:spcBef>
              <a:spcAft>
                <a:spcPts val="0"/>
              </a:spcAft>
              <a:buSzPts val="1200"/>
              <a:buChar char="●"/>
            </a:pPr>
            <a:r>
              <a:rPr lang="en"/>
              <a:t>Indicators for specific themes like price sensitivity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2"/>
          <p:cNvSpPr txBox="1"/>
          <p:nvPr>
            <p:ph type="title"/>
          </p:nvPr>
        </p:nvSpPr>
        <p:spPr>
          <a:xfrm>
            <a:off x="4573225" y="2218913"/>
            <a:ext cx="3857700" cy="162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Sofia Sans"/>
                <a:ea typeface="Sofia Sans"/>
                <a:cs typeface="Sofia Sans"/>
                <a:sym typeface="Sofia Sans"/>
              </a:rPr>
              <a:t>Analysis &amp; Motivation</a:t>
            </a:r>
            <a:endParaRPr b="1">
              <a:latin typeface="Sofia Sans"/>
              <a:ea typeface="Sofia Sans"/>
              <a:cs typeface="Sofia Sans"/>
              <a:sym typeface="Sofia Sans"/>
            </a:endParaRPr>
          </a:p>
        </p:txBody>
      </p:sp>
      <p:sp>
        <p:nvSpPr>
          <p:cNvPr id="366" name="Google Shape;366;p32"/>
          <p:cNvSpPr txBox="1"/>
          <p:nvPr>
            <p:ph idx="2" type="title"/>
          </p:nvPr>
        </p:nvSpPr>
        <p:spPr>
          <a:xfrm>
            <a:off x="5764825" y="1297988"/>
            <a:ext cx="14745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367" name="Google Shape;367;p32"/>
          <p:cNvSpPr/>
          <p:nvPr/>
        </p:nvSpPr>
        <p:spPr>
          <a:xfrm flipH="1" rot="10800000">
            <a:off x="-1031150" y="150660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368" name="Google Shape;368;p32"/>
          <p:cNvSpPr/>
          <p:nvPr/>
        </p:nvSpPr>
        <p:spPr>
          <a:xfrm>
            <a:off x="1608525" y="1377075"/>
            <a:ext cx="1664618" cy="2691001"/>
          </a:xfrm>
          <a:custGeom>
            <a:rect b="b" l="l" r="r" t="t"/>
            <a:pathLst>
              <a:path extrusionOk="0" h="161331" w="84552">
                <a:moveTo>
                  <a:pt x="1" y="1"/>
                </a:moveTo>
                <a:lnTo>
                  <a:pt x="1" y="161331"/>
                </a:lnTo>
                <a:lnTo>
                  <a:pt x="84551" y="161331"/>
                </a:lnTo>
                <a:lnTo>
                  <a:pt x="84551" y="1"/>
                </a:lnTo>
                <a:close/>
              </a:path>
            </a:pathLst>
          </a:custGeom>
          <a:solidFill>
            <a:srgbClr val="9090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 name="Google Shape;369;p32"/>
          <p:cNvGrpSpPr/>
          <p:nvPr/>
        </p:nvGrpSpPr>
        <p:grpSpPr>
          <a:xfrm>
            <a:off x="1523346" y="1476349"/>
            <a:ext cx="1834973" cy="2957598"/>
            <a:chOff x="5186400" y="947013"/>
            <a:chExt cx="1834973" cy="3272041"/>
          </a:xfrm>
        </p:grpSpPr>
        <p:sp>
          <p:nvSpPr>
            <p:cNvPr id="370" name="Google Shape;370;p32"/>
            <p:cNvSpPr/>
            <p:nvPr/>
          </p:nvSpPr>
          <p:spPr>
            <a:xfrm>
              <a:off x="5186400" y="947013"/>
              <a:ext cx="1834973" cy="3272041"/>
            </a:xfrm>
            <a:custGeom>
              <a:rect b="b" l="l" r="r" t="t"/>
              <a:pathLst>
                <a:path extrusionOk="0" h="189190" w="93205">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2"/>
            <p:cNvSpPr/>
            <p:nvPr/>
          </p:nvSpPr>
          <p:spPr>
            <a:xfrm>
              <a:off x="5890455" y="3969678"/>
              <a:ext cx="458108" cy="154724"/>
            </a:xfrm>
            <a:custGeom>
              <a:rect b="b" l="l" r="r" t="t"/>
              <a:pathLst>
                <a:path extrusionOk="0" h="7859" w="23269">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2" name="Google Shape;372;p32"/>
          <p:cNvSpPr/>
          <p:nvPr/>
        </p:nvSpPr>
        <p:spPr>
          <a:xfrm rot="10800000">
            <a:off x="713225" y="4288775"/>
            <a:ext cx="151500" cy="1515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pic>
        <p:nvPicPr>
          <p:cNvPr id="373" name="Google Shape;373;p32"/>
          <p:cNvPicPr preferRelativeResize="0"/>
          <p:nvPr/>
        </p:nvPicPr>
        <p:blipFill>
          <a:blip r:embed="rId3">
            <a:alphaModFix/>
          </a:blip>
          <a:stretch>
            <a:fillRect/>
          </a:stretch>
        </p:blipFill>
        <p:spPr>
          <a:xfrm>
            <a:off x="1581150" y="1680125"/>
            <a:ext cx="1719400" cy="2337500"/>
          </a:xfrm>
          <a:prstGeom prst="rect">
            <a:avLst/>
          </a:prstGeom>
          <a:noFill/>
          <a:ln>
            <a:noFill/>
          </a:ln>
        </p:spPr>
      </p:pic>
      <p:pic>
        <p:nvPicPr>
          <p:cNvPr id="374" name="Google Shape;374;p32"/>
          <p:cNvPicPr preferRelativeResize="0"/>
          <p:nvPr/>
        </p:nvPicPr>
        <p:blipFill>
          <a:blip r:embed="rId4">
            <a:alphaModFix/>
          </a:blip>
          <a:stretch>
            <a:fillRect/>
          </a:stretch>
        </p:blipFill>
        <p:spPr>
          <a:xfrm>
            <a:off x="477050" y="2787650"/>
            <a:ext cx="1719401" cy="22065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Analysis &amp; Motivation</a:t>
            </a:r>
            <a:endParaRPr/>
          </a:p>
        </p:txBody>
      </p:sp>
      <p:sp>
        <p:nvSpPr>
          <p:cNvPr id="380" name="Google Shape;380;p33"/>
          <p:cNvSpPr txBox="1"/>
          <p:nvPr>
            <p:ph idx="1" type="subTitle"/>
          </p:nvPr>
        </p:nvSpPr>
        <p:spPr>
          <a:xfrm>
            <a:off x="720000" y="1649800"/>
            <a:ext cx="8001300" cy="1827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identified comments that included price-related terms like “</a:t>
            </a:r>
            <a:r>
              <a:rPr b="1" lang="en"/>
              <a:t>expensive</a:t>
            </a:r>
            <a:r>
              <a:rPr lang="en"/>
              <a:t>”, “</a:t>
            </a:r>
            <a:r>
              <a:rPr b="1" lang="en"/>
              <a:t>cheap</a:t>
            </a:r>
            <a:r>
              <a:rPr lang="en"/>
              <a:t>”, or “</a:t>
            </a:r>
            <a:r>
              <a:rPr b="1" lang="en"/>
              <a:t>worth</a:t>
            </a:r>
            <a:r>
              <a:rPr lang="en"/>
              <a:t> </a:t>
            </a:r>
            <a:r>
              <a:rPr b="1" lang="en"/>
              <a:t>it</a:t>
            </a:r>
            <a:r>
              <a:rPr lang="en"/>
              <a:t>”. These comments were disproportionately negative, suggesting that pricing is a major source of dissatisfaction.</a:t>
            </a:r>
            <a:endParaRPr/>
          </a:p>
          <a:p>
            <a:pPr indent="0" lvl="0" marL="0" rtl="0" algn="l">
              <a:spcBef>
                <a:spcPts val="0"/>
              </a:spcBef>
              <a:spcAft>
                <a:spcPts val="0"/>
              </a:spcAft>
              <a:buNone/>
            </a:pPr>
            <a:r>
              <a:rPr lang="en"/>
              <a:t>Even when users appreciate a boot’s performance or design, high prices often trigger frustration, especially if the value isn’t clearly communicated.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highlights the need for:</a:t>
            </a:r>
            <a:endParaRPr/>
          </a:p>
          <a:p>
            <a:pPr indent="-304800" lvl="0" marL="457200" rtl="0" algn="l">
              <a:spcBef>
                <a:spcPts val="0"/>
              </a:spcBef>
              <a:spcAft>
                <a:spcPts val="0"/>
              </a:spcAft>
              <a:buSzPts val="1200"/>
              <a:buChar char="●"/>
            </a:pPr>
            <a:r>
              <a:rPr lang="en"/>
              <a:t>Clearer justification of pricing</a:t>
            </a:r>
            <a:endParaRPr/>
          </a:p>
          <a:p>
            <a:pPr indent="-304800" lvl="0" marL="457200" rtl="0" algn="l">
              <a:spcBef>
                <a:spcPts val="0"/>
              </a:spcBef>
              <a:spcAft>
                <a:spcPts val="0"/>
              </a:spcAft>
              <a:buSzPts val="1200"/>
              <a:buChar char="●"/>
            </a:pPr>
            <a:r>
              <a:rPr lang="en"/>
              <a:t>Budget-friendly product lines</a:t>
            </a:r>
            <a:endParaRPr/>
          </a:p>
          <a:p>
            <a:pPr indent="-304800" lvl="0" marL="457200" rtl="0" algn="l">
              <a:spcBef>
                <a:spcPts val="0"/>
              </a:spcBef>
              <a:spcAft>
                <a:spcPts val="0"/>
              </a:spcAft>
              <a:buSzPts val="1200"/>
              <a:buChar char="●"/>
            </a:pPr>
            <a:r>
              <a:rPr lang="en"/>
              <a:t>Messaging that reinforces product value</a:t>
            </a:r>
            <a:endParaRPr/>
          </a:p>
        </p:txBody>
      </p:sp>
      <p:sp>
        <p:nvSpPr>
          <p:cNvPr id="381" name="Google Shape;381;p33"/>
          <p:cNvSpPr txBox="1"/>
          <p:nvPr>
            <p:ph idx="4" type="subTitle"/>
          </p:nvPr>
        </p:nvSpPr>
        <p:spPr>
          <a:xfrm>
            <a:off x="720000" y="1270563"/>
            <a:ext cx="4033800" cy="45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Price sensitivity analysis</a:t>
            </a:r>
            <a:endParaRPr/>
          </a:p>
        </p:txBody>
      </p:sp>
      <p:sp>
        <p:nvSpPr>
          <p:cNvPr id="382" name="Google Shape;382;p33"/>
          <p:cNvSpPr txBox="1"/>
          <p:nvPr>
            <p:ph idx="4" type="subTitle"/>
          </p:nvPr>
        </p:nvSpPr>
        <p:spPr>
          <a:xfrm>
            <a:off x="720000" y="3477388"/>
            <a:ext cx="4033800" cy="45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Motivation for analysis choices</a:t>
            </a:r>
            <a:endParaRPr/>
          </a:p>
        </p:txBody>
      </p:sp>
      <p:sp>
        <p:nvSpPr>
          <p:cNvPr id="383" name="Google Shape;383;p33"/>
          <p:cNvSpPr txBox="1"/>
          <p:nvPr>
            <p:ph idx="1" type="subTitle"/>
          </p:nvPr>
        </p:nvSpPr>
        <p:spPr>
          <a:xfrm>
            <a:off x="720000" y="3930400"/>
            <a:ext cx="6927000" cy="7962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Reddit offers honest and unfiltered feedback, ideal for natural language analysis</a:t>
            </a:r>
            <a:endParaRPr/>
          </a:p>
          <a:p>
            <a:pPr indent="-304800" lvl="0" marL="457200" rtl="0" algn="l">
              <a:spcBef>
                <a:spcPts val="0"/>
              </a:spcBef>
              <a:spcAft>
                <a:spcPts val="0"/>
              </a:spcAft>
              <a:buSzPts val="1200"/>
              <a:buChar char="●"/>
            </a:pPr>
            <a:r>
              <a:rPr lang="en"/>
              <a:t>Sentiment classification allows quick mapping of brand perception</a:t>
            </a:r>
            <a:endParaRPr/>
          </a:p>
          <a:p>
            <a:pPr indent="-304800" lvl="0" marL="457200" rtl="0" algn="l">
              <a:spcBef>
                <a:spcPts val="0"/>
              </a:spcBef>
              <a:spcAft>
                <a:spcPts val="0"/>
              </a:spcAft>
              <a:buSzPts val="1200"/>
              <a:buChar char="●"/>
            </a:pPr>
            <a:r>
              <a:rPr lang="en"/>
              <a:t>Price analysis adds business-relevant depth to raw emotional data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4"/>
          <p:cNvSpPr txBox="1"/>
          <p:nvPr>
            <p:ph idx="1" type="subTitle"/>
          </p:nvPr>
        </p:nvSpPr>
        <p:spPr>
          <a:xfrm>
            <a:off x="550500" y="3513050"/>
            <a:ext cx="8043000" cy="999300"/>
          </a:xfrm>
          <a:prstGeom prst="rect">
            <a:avLst/>
          </a:prstGeom>
        </p:spPr>
        <p:txBody>
          <a:bodyPr anchorCtr="0" anchor="t" bIns="91425" lIns="91425" spcFirstLastPara="1" rIns="91425" wrap="square" tIns="91425">
            <a:noAutofit/>
          </a:bodyPr>
          <a:lstStyle/>
          <a:p>
            <a:pPr indent="0" lvl="0" marL="0" rtl="0" algn="just">
              <a:spcBef>
                <a:spcPts val="0"/>
              </a:spcBef>
              <a:spcAft>
                <a:spcPts val="1000"/>
              </a:spcAft>
              <a:buNone/>
            </a:pPr>
            <a:r>
              <a:rPr lang="en"/>
              <a:t>The word cloud reveals that much of the online discussion centers around </a:t>
            </a:r>
            <a:r>
              <a:rPr b="1" lang="en"/>
              <a:t>Nike </a:t>
            </a:r>
            <a:r>
              <a:rPr lang="en"/>
              <a:t>and its product lines, particularly kits and jerseys. The frequent mention of terms like “love,” “thanks,” and “will” suggests a generally positive emotional tone, while words like “fake” and “dont” hint at concerns regarding authenticity or quality. This indicates a strong brand presence with both loyal customer engagement and areas needing attention.</a:t>
            </a:r>
            <a:endParaRPr/>
          </a:p>
        </p:txBody>
      </p:sp>
      <p:pic>
        <p:nvPicPr>
          <p:cNvPr id="389" name="Google Shape;389;p34" title="image-removebg-preview (1).png"/>
          <p:cNvPicPr preferRelativeResize="0"/>
          <p:nvPr/>
        </p:nvPicPr>
        <p:blipFill rotWithShape="1">
          <a:blip r:embed="rId3">
            <a:alphaModFix/>
          </a:blip>
          <a:srcRect b="0" l="0" r="4379" t="0"/>
          <a:stretch/>
        </p:blipFill>
        <p:spPr>
          <a:xfrm>
            <a:off x="2630513" y="1376050"/>
            <a:ext cx="3882975" cy="2065275"/>
          </a:xfrm>
          <a:prstGeom prst="rect">
            <a:avLst/>
          </a:prstGeom>
          <a:noFill/>
          <a:ln>
            <a:noFill/>
          </a:ln>
        </p:spPr>
      </p:pic>
      <p:sp>
        <p:nvSpPr>
          <p:cNvPr id="390" name="Google Shape;390;p34"/>
          <p:cNvSpPr txBox="1"/>
          <p:nvPr>
            <p:ph idx="4294967295" type="subTitle"/>
          </p:nvPr>
        </p:nvSpPr>
        <p:spPr>
          <a:xfrm>
            <a:off x="607275" y="645550"/>
            <a:ext cx="5665200" cy="4530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1800">
                <a:latin typeface="Sofia Sans"/>
                <a:ea typeface="Sofia Sans"/>
                <a:cs typeface="Sofia Sans"/>
                <a:sym typeface="Sofia Sans"/>
              </a:rPr>
              <a:t>Word cloud of design-related comments</a:t>
            </a:r>
            <a:endParaRPr b="1" sz="1800">
              <a:latin typeface="Sofia Sans"/>
              <a:ea typeface="Sofia Sans"/>
              <a:cs typeface="Sofia Sans"/>
              <a:sym typeface="Sofi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5"/>
          <p:cNvSpPr txBox="1"/>
          <p:nvPr>
            <p:ph idx="1" type="subTitle"/>
          </p:nvPr>
        </p:nvSpPr>
        <p:spPr>
          <a:xfrm>
            <a:off x="764250" y="1443350"/>
            <a:ext cx="4442700" cy="3190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The graph of average comment sentiment over time shows sharp fluctuations, with spikes and drops occurring irregularly.</a:t>
            </a:r>
            <a:endParaRPr/>
          </a:p>
          <a:p>
            <a:pPr indent="0" lvl="0" marL="0" rtl="0" algn="just">
              <a:spcBef>
                <a:spcPts val="1000"/>
              </a:spcBef>
              <a:spcAft>
                <a:spcPts val="0"/>
              </a:spcAft>
              <a:buNone/>
            </a:pPr>
            <a:r>
              <a:rPr lang="en"/>
              <a:t>The highest peaks, especially around January 1, 2025, and March 2025, suggest that particular events or discussions during these periods might have generated more positive sentiments or excited comments.</a:t>
            </a:r>
            <a:endParaRPr/>
          </a:p>
          <a:p>
            <a:pPr indent="0" lvl="0" marL="0" rtl="0" algn="just">
              <a:spcBef>
                <a:spcPts val="1000"/>
              </a:spcBef>
              <a:spcAft>
                <a:spcPts val="0"/>
              </a:spcAft>
              <a:buNone/>
            </a:pPr>
            <a:r>
              <a:rPr lang="en"/>
              <a:t>On the negative side, there are dips, notably in mid-February and April 2025, showing that certain periods may have seen frustration or dissatisfaction from users, possibly relating to issues like product availability, pricing, or disappointments with the products discussed.</a:t>
            </a:r>
            <a:endParaRPr/>
          </a:p>
          <a:p>
            <a:pPr indent="0" lvl="0" marL="0" rtl="0" algn="just">
              <a:spcBef>
                <a:spcPts val="1000"/>
              </a:spcBef>
              <a:spcAft>
                <a:spcPts val="1000"/>
              </a:spcAft>
              <a:buNone/>
            </a:pPr>
            <a:r>
              <a:rPr lang="en"/>
              <a:t>Irregular peaks in sentiment could be attributed to specific events causing spikes in positive sentiment or reactions.</a:t>
            </a:r>
            <a:endParaRPr/>
          </a:p>
        </p:txBody>
      </p:sp>
      <p:pic>
        <p:nvPicPr>
          <p:cNvPr id="396" name="Google Shape;396;p35"/>
          <p:cNvPicPr preferRelativeResize="0"/>
          <p:nvPr/>
        </p:nvPicPr>
        <p:blipFill>
          <a:blip r:embed="rId3">
            <a:alphaModFix/>
          </a:blip>
          <a:stretch>
            <a:fillRect/>
          </a:stretch>
        </p:blipFill>
        <p:spPr>
          <a:xfrm>
            <a:off x="5491875" y="828537"/>
            <a:ext cx="3414739" cy="1842875"/>
          </a:xfrm>
          <a:prstGeom prst="rect">
            <a:avLst/>
          </a:prstGeom>
          <a:noFill/>
          <a:ln>
            <a:noFill/>
          </a:ln>
        </p:spPr>
      </p:pic>
      <p:sp>
        <p:nvSpPr>
          <p:cNvPr id="397" name="Google Shape;397;p35"/>
          <p:cNvSpPr txBox="1"/>
          <p:nvPr>
            <p:ph idx="4294967295" type="subTitle"/>
          </p:nvPr>
        </p:nvSpPr>
        <p:spPr>
          <a:xfrm>
            <a:off x="764250" y="828550"/>
            <a:ext cx="3219300" cy="453000"/>
          </a:xfrm>
          <a:prstGeom prst="rect">
            <a:avLst/>
          </a:prstGeom>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800">
                <a:latin typeface="Sofia Sans"/>
                <a:ea typeface="Sofia Sans"/>
                <a:cs typeface="Sofia Sans"/>
                <a:sym typeface="Sofia Sans"/>
              </a:rPr>
              <a:t>Sentiment Analysis Over Time</a:t>
            </a:r>
            <a:endParaRPr b="1" sz="1800">
              <a:latin typeface="Sofia Sans"/>
              <a:ea typeface="Sofia Sans"/>
              <a:cs typeface="Sofia Sans"/>
              <a:sym typeface="Sofia Sans"/>
            </a:endParaRPr>
          </a:p>
        </p:txBody>
      </p:sp>
      <p:sp>
        <p:nvSpPr>
          <p:cNvPr id="398" name="Google Shape;398;p35"/>
          <p:cNvSpPr txBox="1"/>
          <p:nvPr/>
        </p:nvSpPr>
        <p:spPr>
          <a:xfrm>
            <a:off x="5517900" y="2786925"/>
            <a:ext cx="3362700" cy="1847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1000"/>
              </a:spcAft>
              <a:buNone/>
            </a:pPr>
            <a:r>
              <a:rPr b="1" lang="en" sz="1200">
                <a:solidFill>
                  <a:schemeClr val="dk1"/>
                </a:solidFill>
                <a:latin typeface="Libre Franklin"/>
                <a:ea typeface="Libre Franklin"/>
                <a:cs typeface="Libre Franklin"/>
                <a:sym typeface="Libre Franklin"/>
              </a:rPr>
              <a:t>Overall Interpretation</a:t>
            </a:r>
            <a:r>
              <a:rPr lang="en" sz="1200">
                <a:solidFill>
                  <a:schemeClr val="dk1"/>
                </a:solidFill>
                <a:latin typeface="Libre Franklin"/>
                <a:ea typeface="Libre Franklin"/>
                <a:cs typeface="Libre Franklin"/>
                <a:sym typeface="Libre Franklin"/>
              </a:rPr>
              <a:t>: The sentiment over time shows clear volatility, with certain dates generating high excitement or positive reactions, while others indicate frustration or negative sentiments. This fluctuation might be a result of various external factors, such as promotions, news events, or personal experiences shared by the community regarding the products.</a:t>
            </a:r>
            <a:endParaRPr sz="1200">
              <a:solidFill>
                <a:schemeClr val="dk1"/>
              </a:solidFill>
              <a:latin typeface="Libre Franklin"/>
              <a:ea typeface="Libre Franklin"/>
              <a:cs typeface="Libre Franklin"/>
              <a:sym typeface="Libre Frankli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6"/>
          <p:cNvSpPr/>
          <p:nvPr/>
        </p:nvSpPr>
        <p:spPr>
          <a:xfrm>
            <a:off x="-2226625" y="144780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404" name="Google Shape;404;p36"/>
          <p:cNvSpPr txBox="1"/>
          <p:nvPr>
            <p:ph type="title"/>
          </p:nvPr>
        </p:nvSpPr>
        <p:spPr>
          <a:xfrm>
            <a:off x="4573225" y="2218913"/>
            <a:ext cx="3857700" cy="162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Sofia Sans"/>
                <a:ea typeface="Sofia Sans"/>
                <a:cs typeface="Sofia Sans"/>
                <a:sym typeface="Sofia Sans"/>
              </a:rPr>
              <a:t>Methods &amp; Strategies adopted</a:t>
            </a:r>
            <a:endParaRPr b="1">
              <a:latin typeface="Sofia Sans"/>
              <a:ea typeface="Sofia Sans"/>
              <a:cs typeface="Sofia Sans"/>
              <a:sym typeface="Sofia Sans"/>
            </a:endParaRPr>
          </a:p>
        </p:txBody>
      </p:sp>
      <p:sp>
        <p:nvSpPr>
          <p:cNvPr id="405" name="Google Shape;405;p36"/>
          <p:cNvSpPr txBox="1"/>
          <p:nvPr>
            <p:ph idx="2" type="title"/>
          </p:nvPr>
        </p:nvSpPr>
        <p:spPr>
          <a:xfrm>
            <a:off x="5764825" y="1297988"/>
            <a:ext cx="14745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grpSp>
        <p:nvGrpSpPr>
          <p:cNvPr id="406" name="Google Shape;406;p36"/>
          <p:cNvGrpSpPr/>
          <p:nvPr/>
        </p:nvGrpSpPr>
        <p:grpSpPr>
          <a:xfrm>
            <a:off x="1808250" y="703950"/>
            <a:ext cx="1272750" cy="1059825"/>
            <a:chOff x="1808250" y="703950"/>
            <a:chExt cx="1272750" cy="1059825"/>
          </a:xfrm>
        </p:grpSpPr>
        <p:sp>
          <p:nvSpPr>
            <p:cNvPr id="407" name="Google Shape;407;p36"/>
            <p:cNvSpPr/>
            <p:nvPr/>
          </p:nvSpPr>
          <p:spPr>
            <a:xfrm>
              <a:off x="1808250" y="703950"/>
              <a:ext cx="586800" cy="58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408" name="Google Shape;408;p36"/>
            <p:cNvSpPr/>
            <p:nvPr/>
          </p:nvSpPr>
          <p:spPr>
            <a:xfrm>
              <a:off x="2854200" y="1536975"/>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pic>
        <p:nvPicPr>
          <p:cNvPr id="409" name="Google Shape;409;p36"/>
          <p:cNvPicPr preferRelativeResize="0"/>
          <p:nvPr/>
        </p:nvPicPr>
        <p:blipFill>
          <a:blip r:embed="rId3">
            <a:alphaModFix/>
          </a:blip>
          <a:stretch>
            <a:fillRect/>
          </a:stretch>
        </p:blipFill>
        <p:spPr>
          <a:xfrm>
            <a:off x="274975" y="1941413"/>
            <a:ext cx="3267150" cy="27770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Methods &amp; Strategies adopted</a:t>
            </a:r>
            <a:endParaRPr/>
          </a:p>
        </p:txBody>
      </p:sp>
      <p:sp>
        <p:nvSpPr>
          <p:cNvPr id="415" name="Google Shape;415;p37"/>
          <p:cNvSpPr txBox="1"/>
          <p:nvPr>
            <p:ph idx="1" type="subTitle"/>
          </p:nvPr>
        </p:nvSpPr>
        <p:spPr>
          <a:xfrm>
            <a:off x="545100" y="1509925"/>
            <a:ext cx="8186700" cy="9531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a:t>Programming language: </a:t>
            </a:r>
            <a:r>
              <a:rPr b="1" lang="en"/>
              <a:t>Python</a:t>
            </a:r>
            <a:endParaRPr b="1"/>
          </a:p>
          <a:p>
            <a:pPr indent="-304800" lvl="0" marL="457200" rtl="0" algn="l">
              <a:spcBef>
                <a:spcPts val="0"/>
              </a:spcBef>
              <a:spcAft>
                <a:spcPts val="0"/>
              </a:spcAft>
              <a:buSzPts val="1200"/>
              <a:buChar char="●"/>
            </a:pPr>
            <a:r>
              <a:rPr lang="en"/>
              <a:t>Data Collection: </a:t>
            </a:r>
            <a:r>
              <a:rPr b="1" lang="en"/>
              <a:t>Pushshift Reddit API</a:t>
            </a:r>
            <a:endParaRPr b="1"/>
          </a:p>
          <a:p>
            <a:pPr indent="-304800" lvl="0" marL="457200" rtl="0" algn="l">
              <a:spcBef>
                <a:spcPts val="0"/>
              </a:spcBef>
              <a:spcAft>
                <a:spcPts val="0"/>
              </a:spcAft>
              <a:buSzPts val="1200"/>
              <a:buChar char="●"/>
            </a:pPr>
            <a:r>
              <a:rPr lang="en"/>
              <a:t>Sentiment Analysis: </a:t>
            </a:r>
            <a:r>
              <a:rPr b="1" lang="en"/>
              <a:t>VADER </a:t>
            </a:r>
            <a:r>
              <a:rPr lang="en"/>
              <a:t>(Valence Aware Dictionary and sEntiment Reasoner)</a:t>
            </a:r>
            <a:endParaRPr/>
          </a:p>
          <a:p>
            <a:pPr indent="-304800" lvl="0" marL="457200" rtl="0" algn="l">
              <a:spcBef>
                <a:spcPts val="0"/>
              </a:spcBef>
              <a:spcAft>
                <a:spcPts val="0"/>
              </a:spcAft>
              <a:buSzPts val="1200"/>
              <a:buChar char="●"/>
            </a:pPr>
            <a:r>
              <a:rPr lang="en"/>
              <a:t>Visualization: </a:t>
            </a:r>
            <a:r>
              <a:rPr b="1" lang="en"/>
              <a:t>Matplotlib, Seaborn, WordCloud</a:t>
            </a:r>
            <a:endParaRPr b="1"/>
          </a:p>
        </p:txBody>
      </p:sp>
      <p:sp>
        <p:nvSpPr>
          <p:cNvPr id="416" name="Google Shape;416;p37"/>
          <p:cNvSpPr txBox="1"/>
          <p:nvPr>
            <p:ph idx="4" type="subTitle"/>
          </p:nvPr>
        </p:nvSpPr>
        <p:spPr>
          <a:xfrm>
            <a:off x="545225" y="1130700"/>
            <a:ext cx="2567700" cy="45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Tools and technologies</a:t>
            </a:r>
            <a:endParaRPr/>
          </a:p>
        </p:txBody>
      </p:sp>
      <p:sp>
        <p:nvSpPr>
          <p:cNvPr id="417" name="Google Shape;417;p37"/>
          <p:cNvSpPr txBox="1"/>
          <p:nvPr/>
        </p:nvSpPr>
        <p:spPr>
          <a:xfrm>
            <a:off x="6711125"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18" name="Google Shape;418;p37"/>
          <p:cNvSpPr txBox="1"/>
          <p:nvPr>
            <p:ph idx="1" type="subTitle"/>
          </p:nvPr>
        </p:nvSpPr>
        <p:spPr>
          <a:xfrm>
            <a:off x="545100" y="2842250"/>
            <a:ext cx="7878900" cy="1864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a:t>We began by scraping data from Reddit using the keyword “Top 90 football boots”, targeting high-engagement, user-generated content that reflects genuine customer opinions. The text data was then preprocessed through tokenization, lowercasing, and removal of stopwords to prepare it for analysis. We applied </a:t>
            </a:r>
            <a:r>
              <a:rPr b="1" lang="en"/>
              <a:t>VADER </a:t>
            </a:r>
            <a:r>
              <a:rPr lang="en"/>
              <a:t>sentiment analysis to compute sentiment scores and classify each comment as positive, neutral, or negative. Additionally, we manually identified and tagged price related keywords to explore how pricing influences sentiment. The processed data was then visualized using </a:t>
            </a:r>
            <a:r>
              <a:rPr i="1" lang="en"/>
              <a:t>pie charts</a:t>
            </a:r>
            <a:r>
              <a:rPr lang="en"/>
              <a:t>, </a:t>
            </a:r>
            <a:r>
              <a:rPr i="1" lang="en"/>
              <a:t>bar plots</a:t>
            </a:r>
            <a:r>
              <a:rPr lang="en"/>
              <a:t>, and </a:t>
            </a:r>
            <a:r>
              <a:rPr i="1" lang="en"/>
              <a:t>word clouds</a:t>
            </a:r>
            <a:r>
              <a:rPr lang="en"/>
              <a:t>, capturing both the emotional tone and thematic relevance, particularly around pricing and design. We chose </a:t>
            </a:r>
            <a:r>
              <a:rPr b="1" lang="en"/>
              <a:t>lightweight and accessible tools</a:t>
            </a:r>
            <a:r>
              <a:rPr lang="en"/>
              <a:t> to keep the process flexible and enable the development of a potential prototype or future extensions.</a:t>
            </a:r>
            <a:endParaRPr/>
          </a:p>
        </p:txBody>
      </p:sp>
      <p:sp>
        <p:nvSpPr>
          <p:cNvPr id="419" name="Google Shape;419;p37"/>
          <p:cNvSpPr txBox="1"/>
          <p:nvPr>
            <p:ph idx="4" type="subTitle"/>
          </p:nvPr>
        </p:nvSpPr>
        <p:spPr>
          <a:xfrm>
            <a:off x="545225" y="2463025"/>
            <a:ext cx="2567700" cy="45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Steps followed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8"/>
          <p:cNvSpPr/>
          <p:nvPr/>
        </p:nvSpPr>
        <p:spPr>
          <a:xfrm>
            <a:off x="-2226625" y="144780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425" name="Google Shape;425;p38"/>
          <p:cNvSpPr txBox="1"/>
          <p:nvPr>
            <p:ph type="title"/>
          </p:nvPr>
        </p:nvSpPr>
        <p:spPr>
          <a:xfrm>
            <a:off x="4573225" y="2218920"/>
            <a:ext cx="3857700" cy="105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Sofia Sans"/>
                <a:ea typeface="Sofia Sans"/>
                <a:cs typeface="Sofia Sans"/>
                <a:sym typeface="Sofia Sans"/>
              </a:rPr>
              <a:t>Conclusion</a:t>
            </a:r>
            <a:endParaRPr>
              <a:latin typeface="Sofia Sans"/>
              <a:ea typeface="Sofia Sans"/>
              <a:cs typeface="Sofia Sans"/>
              <a:sym typeface="Sofia Sans"/>
            </a:endParaRPr>
          </a:p>
        </p:txBody>
      </p:sp>
      <p:sp>
        <p:nvSpPr>
          <p:cNvPr id="426" name="Google Shape;426;p38"/>
          <p:cNvSpPr txBox="1"/>
          <p:nvPr>
            <p:ph idx="2" type="title"/>
          </p:nvPr>
        </p:nvSpPr>
        <p:spPr>
          <a:xfrm>
            <a:off x="5764825" y="1297988"/>
            <a:ext cx="14745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06</a:t>
            </a:r>
            <a:endParaRPr/>
          </a:p>
        </p:txBody>
      </p:sp>
      <p:pic>
        <p:nvPicPr>
          <p:cNvPr id="427" name="Google Shape;427;p38"/>
          <p:cNvPicPr preferRelativeResize="0"/>
          <p:nvPr/>
        </p:nvPicPr>
        <p:blipFill>
          <a:blip r:embed="rId3">
            <a:alphaModFix/>
          </a:blip>
          <a:stretch>
            <a:fillRect/>
          </a:stretch>
        </p:blipFill>
        <p:spPr>
          <a:xfrm>
            <a:off x="677450" y="2200486"/>
            <a:ext cx="3524400" cy="2861813"/>
          </a:xfrm>
          <a:prstGeom prst="rect">
            <a:avLst/>
          </a:prstGeom>
          <a:noFill/>
          <a:ln>
            <a:noFill/>
          </a:ln>
        </p:spPr>
      </p:pic>
      <p:grpSp>
        <p:nvGrpSpPr>
          <p:cNvPr id="428" name="Google Shape;428;p38"/>
          <p:cNvGrpSpPr/>
          <p:nvPr/>
        </p:nvGrpSpPr>
        <p:grpSpPr>
          <a:xfrm>
            <a:off x="1808250" y="703950"/>
            <a:ext cx="1272750" cy="1059825"/>
            <a:chOff x="1808250" y="703950"/>
            <a:chExt cx="1272750" cy="1059825"/>
          </a:xfrm>
        </p:grpSpPr>
        <p:sp>
          <p:nvSpPr>
            <p:cNvPr id="429" name="Google Shape;429;p38"/>
            <p:cNvSpPr/>
            <p:nvPr/>
          </p:nvSpPr>
          <p:spPr>
            <a:xfrm>
              <a:off x="1808250" y="703950"/>
              <a:ext cx="586800" cy="58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sp>
          <p:nvSpPr>
            <p:cNvPr id="430" name="Google Shape;430;p38"/>
            <p:cNvSpPr/>
            <p:nvPr/>
          </p:nvSpPr>
          <p:spPr>
            <a:xfrm>
              <a:off x="2854200" y="1536975"/>
              <a:ext cx="226800" cy="226800"/>
            </a:xfrm>
            <a:prstGeom prst="ellipse">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9"/>
          <p:cNvSpPr txBox="1"/>
          <p:nvPr>
            <p:ph idx="4294967295" type="subTitle"/>
          </p:nvPr>
        </p:nvSpPr>
        <p:spPr>
          <a:xfrm>
            <a:off x="565549" y="1217900"/>
            <a:ext cx="3248400" cy="4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Conclusion :</a:t>
            </a:r>
            <a:endParaRPr b="1" sz="1400"/>
          </a:p>
        </p:txBody>
      </p:sp>
      <p:sp>
        <p:nvSpPr>
          <p:cNvPr id="436" name="Google Shape;436;p39"/>
          <p:cNvSpPr txBox="1"/>
          <p:nvPr>
            <p:ph type="title"/>
          </p:nvPr>
        </p:nvSpPr>
        <p:spPr>
          <a:xfrm>
            <a:off x="2246100" y="445025"/>
            <a:ext cx="46518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Conclusion</a:t>
            </a:r>
            <a:endParaRPr sz="3000"/>
          </a:p>
        </p:txBody>
      </p:sp>
      <p:sp>
        <p:nvSpPr>
          <p:cNvPr id="437" name="Google Shape;437;p39"/>
          <p:cNvSpPr txBox="1"/>
          <p:nvPr>
            <p:ph idx="4294967295" type="subTitle"/>
          </p:nvPr>
        </p:nvSpPr>
        <p:spPr>
          <a:xfrm>
            <a:off x="565550" y="1599450"/>
            <a:ext cx="7920300" cy="1293000"/>
          </a:xfrm>
          <a:prstGeom prst="rect">
            <a:avLst/>
          </a:prstGeom>
        </p:spPr>
        <p:txBody>
          <a:bodyPr anchorCtr="0" anchor="t" bIns="91425" lIns="91425" spcFirstLastPara="1" rIns="91425" wrap="square" tIns="91425">
            <a:spAutoFit/>
          </a:bodyPr>
          <a:lstStyle/>
          <a:p>
            <a:pPr indent="0" lvl="0" marL="0" rtl="0" algn="just">
              <a:spcBef>
                <a:spcPts val="0"/>
              </a:spcBef>
              <a:spcAft>
                <a:spcPts val="0"/>
              </a:spcAft>
              <a:buNone/>
            </a:pPr>
            <a:r>
              <a:rPr lang="en"/>
              <a:t>This analysis of Reddit discussions around "Top 90 football boots" highlights the powerful role of social media in shaping and reflecting consumer perceptions. Through sentiment analysis and thematic exploration, we found that most users express positive feelings about football boots, particularly praising comfort, design, and value. However, recurring negative sentiments, especially around pricing and durability offer actionable insights for brands. Social media analytics, therefore, serve as a vital tool for aligning product strategy with real user expectations.</a:t>
            </a:r>
            <a:endParaRPr/>
          </a:p>
        </p:txBody>
      </p:sp>
      <p:sp>
        <p:nvSpPr>
          <p:cNvPr id="438" name="Google Shape;438;p39"/>
          <p:cNvSpPr txBox="1"/>
          <p:nvPr>
            <p:ph idx="4294967295" type="subTitle"/>
          </p:nvPr>
        </p:nvSpPr>
        <p:spPr>
          <a:xfrm>
            <a:off x="565549" y="2939250"/>
            <a:ext cx="3248400" cy="41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Recommendations :</a:t>
            </a:r>
            <a:endParaRPr b="1" sz="1400"/>
          </a:p>
        </p:txBody>
      </p:sp>
      <p:sp>
        <p:nvSpPr>
          <p:cNvPr id="439" name="Google Shape;439;p39"/>
          <p:cNvSpPr txBox="1"/>
          <p:nvPr>
            <p:ph idx="4294967295" type="subTitle"/>
          </p:nvPr>
        </p:nvSpPr>
        <p:spPr>
          <a:xfrm>
            <a:off x="611850" y="3398550"/>
            <a:ext cx="7920300" cy="1108200"/>
          </a:xfrm>
          <a:prstGeom prst="rect">
            <a:avLst/>
          </a:prstGeom>
        </p:spPr>
        <p:txBody>
          <a:bodyPr anchorCtr="0" anchor="t" bIns="91425" lIns="91425" spcFirstLastPara="1" rIns="91425" wrap="square" tIns="91425">
            <a:spAutoFit/>
          </a:bodyPr>
          <a:lstStyle/>
          <a:p>
            <a:pPr indent="-304800" lvl="0" marL="457200" rtl="0" algn="just">
              <a:spcBef>
                <a:spcPts val="0"/>
              </a:spcBef>
              <a:spcAft>
                <a:spcPts val="0"/>
              </a:spcAft>
              <a:buSzPts val="1200"/>
              <a:buChar char="●"/>
            </a:pPr>
            <a:r>
              <a:rPr lang="en"/>
              <a:t>Adjust pricing strategies or communicate value more clearly to address cost-related concerns.</a:t>
            </a:r>
            <a:endParaRPr/>
          </a:p>
          <a:p>
            <a:pPr indent="-304800" lvl="0" marL="457200" rtl="0" algn="just">
              <a:spcBef>
                <a:spcPts val="0"/>
              </a:spcBef>
              <a:spcAft>
                <a:spcPts val="0"/>
              </a:spcAft>
              <a:buSzPts val="1200"/>
              <a:buChar char="●"/>
            </a:pPr>
            <a:r>
              <a:rPr lang="en"/>
              <a:t>Prioritize product quality and comfort, as these drive both positive feedback and brand loyalty.</a:t>
            </a:r>
            <a:endParaRPr/>
          </a:p>
          <a:p>
            <a:pPr indent="-304800" lvl="0" marL="457200" rtl="0" algn="just">
              <a:spcBef>
                <a:spcPts val="0"/>
              </a:spcBef>
              <a:spcAft>
                <a:spcPts val="0"/>
              </a:spcAft>
              <a:buSzPts val="1200"/>
              <a:buChar char="●"/>
            </a:pPr>
            <a:r>
              <a:rPr lang="en"/>
              <a:t>Monitor online forums regularly to detect shifts in consumer sentiment early.</a:t>
            </a:r>
            <a:endParaRPr/>
          </a:p>
          <a:p>
            <a:pPr indent="-304800" lvl="0" marL="457200" rtl="0" algn="just">
              <a:spcBef>
                <a:spcPts val="0"/>
              </a:spcBef>
              <a:spcAft>
                <a:spcPts val="0"/>
              </a:spcAft>
              <a:buSzPts val="1200"/>
              <a:buChar char="●"/>
            </a:pPr>
            <a:r>
              <a:rPr lang="en"/>
              <a:t>Engage with Reddit communities directly to humanize the brand and gather feedback.</a:t>
            </a:r>
            <a:endParaRPr/>
          </a:p>
          <a:p>
            <a:pPr indent="-304800" lvl="0" marL="457200" rtl="0" algn="just">
              <a:spcBef>
                <a:spcPts val="0"/>
              </a:spcBef>
              <a:spcAft>
                <a:spcPts val="0"/>
              </a:spcAft>
              <a:buSzPts val="1200"/>
              <a:buChar char="●"/>
            </a:pPr>
            <a:r>
              <a:rPr lang="en"/>
              <a:t>Compare sentiment across competitors to better position your own offerings.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0"/>
          <p:cNvSpPr txBox="1"/>
          <p:nvPr>
            <p:ph idx="4294967295" type="title"/>
          </p:nvPr>
        </p:nvSpPr>
        <p:spPr>
          <a:xfrm>
            <a:off x="692725" y="1018963"/>
            <a:ext cx="3604800" cy="12621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sz="7000"/>
              <a:t>Thanks!</a:t>
            </a:r>
            <a:endParaRPr sz="7000"/>
          </a:p>
        </p:txBody>
      </p:sp>
      <p:sp>
        <p:nvSpPr>
          <p:cNvPr id="445" name="Google Shape;445;p40"/>
          <p:cNvSpPr/>
          <p:nvPr/>
        </p:nvSpPr>
        <p:spPr>
          <a:xfrm flipH="1" rot="10800000">
            <a:off x="6665750" y="-1451900"/>
            <a:ext cx="4184100" cy="4184100"/>
          </a:xfrm>
          <a:prstGeom prst="ellipse">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ibre Franklin"/>
              <a:ea typeface="Libre Franklin"/>
              <a:cs typeface="Libre Franklin"/>
              <a:sym typeface="Libre Franklin"/>
            </a:endParaRPr>
          </a:p>
        </p:txBody>
      </p:sp>
      <p:pic>
        <p:nvPicPr>
          <p:cNvPr id="446" name="Google Shape;446;p40"/>
          <p:cNvPicPr preferRelativeResize="0"/>
          <p:nvPr/>
        </p:nvPicPr>
        <p:blipFill>
          <a:blip r:embed="rId3">
            <a:alphaModFix/>
          </a:blip>
          <a:stretch>
            <a:fillRect/>
          </a:stretch>
        </p:blipFill>
        <p:spPr>
          <a:xfrm>
            <a:off x="4864925" y="784101"/>
            <a:ext cx="3984375" cy="35752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g Data Analytics Project Proposal by Slidesgo">
  <a:themeElements>
    <a:clrScheme name="Simple Light">
      <a:dk1>
        <a:srgbClr val="1F0F61"/>
      </a:dk1>
      <a:lt1>
        <a:srgbClr val="FCF1FC"/>
      </a:lt1>
      <a:dk2>
        <a:srgbClr val="EEE9F5"/>
      </a:dk2>
      <a:lt2>
        <a:srgbClr val="EEC0FB"/>
      </a:lt2>
      <a:accent1>
        <a:srgbClr val="6B5DA3"/>
      </a:accent1>
      <a:accent2>
        <a:srgbClr val="7B7BBE"/>
      </a:accent2>
      <a:accent3>
        <a:srgbClr val="FFFFFF"/>
      </a:accent3>
      <a:accent4>
        <a:srgbClr val="FFFFFF"/>
      </a:accent4>
      <a:accent5>
        <a:srgbClr val="FFFFFF"/>
      </a:accent5>
      <a:accent6>
        <a:srgbClr val="FFFFFF"/>
      </a:accent6>
      <a:hlink>
        <a:srgbClr val="1F0F6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